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3.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sldIdLst>
    <p:sldId id="256" r:id="rId3"/>
    <p:sldId id="408" r:id="rId5"/>
    <p:sldId id="318" r:id="rId6"/>
    <p:sldId id="434" r:id="rId7"/>
    <p:sldId id="435" r:id="rId8"/>
    <p:sldId id="436" r:id="rId9"/>
    <p:sldId id="437" r:id="rId10"/>
    <p:sldId id="438" r:id="rId11"/>
    <p:sldId id="439" r:id="rId12"/>
    <p:sldId id="440" r:id="rId13"/>
    <p:sldId id="441" r:id="rId14"/>
    <p:sldId id="433" r:id="rId15"/>
    <p:sldId id="445" r:id="rId16"/>
    <p:sldId id="446" r:id="rId17"/>
    <p:sldId id="449" r:id="rId18"/>
    <p:sldId id="447" r:id="rId19"/>
    <p:sldId id="457" r:id="rId20"/>
    <p:sldId id="444" r:id="rId21"/>
    <p:sldId id="458" r:id="rId22"/>
    <p:sldId id="432" r:id="rId23"/>
    <p:sldId id="464" r:id="rId24"/>
    <p:sldId id="465" r:id="rId25"/>
    <p:sldId id="467" r:id="rId26"/>
    <p:sldId id="470" r:id="rId27"/>
    <p:sldId id="472" r:id="rId28"/>
    <p:sldId id="474" r:id="rId29"/>
    <p:sldId id="475" r:id="rId30"/>
    <p:sldId id="476" r:id="rId31"/>
    <p:sldId id="477" r:id="rId32"/>
    <p:sldId id="480" r:id="rId33"/>
    <p:sldId id="478" r:id="rId34"/>
    <p:sldId id="481" r:id="rId35"/>
    <p:sldId id="473" r:id="rId36"/>
    <p:sldId id="362"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6A86614B-2600-429A-AA34-18849E7BEDC2}">
          <p14:sldIdLst>
            <p14:sldId id="256"/>
            <p14:sldId id="408"/>
            <p14:sldId id="318"/>
            <p14:sldId id="434"/>
            <p14:sldId id="435"/>
            <p14:sldId id="436"/>
            <p14:sldId id="437"/>
            <p14:sldId id="438"/>
            <p14:sldId id="439"/>
            <p14:sldId id="440"/>
            <p14:sldId id="441"/>
            <p14:sldId id="433"/>
            <p14:sldId id="445"/>
            <p14:sldId id="446"/>
            <p14:sldId id="449"/>
            <p14:sldId id="447"/>
            <p14:sldId id="457"/>
            <p14:sldId id="444"/>
            <p14:sldId id="458"/>
            <p14:sldId id="432"/>
            <p14:sldId id="464"/>
            <p14:sldId id="465"/>
            <p14:sldId id="467"/>
            <p14:sldId id="470"/>
            <p14:sldId id="472"/>
            <p14:sldId id="474"/>
            <p14:sldId id="475"/>
            <p14:sldId id="476"/>
            <p14:sldId id="477"/>
            <p14:sldId id="480"/>
            <p14:sldId id="478"/>
            <p14:sldId id="481"/>
            <p14:sldId id="473"/>
            <p14:sldId id="362"/>
          </p14:sldIdLst>
        </p14:section>
        <p14:section name="Template" id="{bf6a4f90-709a-41d3-a26f-e1fd9e5ee13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DC84"/>
    <a:srgbClr val="3FAD86"/>
    <a:srgbClr val="F04E37"/>
    <a:srgbClr val="A2A2A2"/>
    <a:srgbClr val="99D0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593" autoAdjust="0"/>
    <p:restoredTop sz="94660"/>
  </p:normalViewPr>
  <p:slideViewPr>
    <p:cSldViewPr snapToGrid="0">
      <p:cViewPr>
        <p:scale>
          <a:sx n="84" d="100"/>
          <a:sy n="84" d="100"/>
        </p:scale>
        <p:origin x="2904" y="172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tableStyles" Target="tableStyles.xml"/><Relationship Id="rId4" Type="http://schemas.openxmlformats.org/officeDocument/2006/relationships/notesMaster" Target="notesMasters/notesMaster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8359E4-CC7C-4E34-9F0B-04017D3A60D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C7AE9A-01D7-45F1-A266-4CF0781F88D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6C7AE9A-01D7-45F1-A266-4CF0781F88D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6C7AE9A-01D7-45F1-A266-4CF0781F88D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0" y="0"/>
            <a:ext cx="12192000" cy="6858000"/>
          </a:xfrm>
        </p:spPr>
        <p:txBody>
          <a:bodyPr/>
          <a:lstStyle/>
          <a:p>
            <a:endParaRPr lang="zh-CN" altLang="en-US"/>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1" y="0"/>
            <a:ext cx="4950731" cy="6858000"/>
          </a:xfrm>
        </p:spPr>
        <p:txBody>
          <a:bodyPr/>
          <a:lstStyle/>
          <a:p>
            <a:endParaRPr lang="zh-CN" altLang="en-US"/>
          </a:p>
        </p:txBody>
      </p:sp>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endParaRPr lang="zh-CN" altLang="en-US"/>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6162839" y="1583676"/>
            <a:ext cx="2851698" cy="2759725"/>
          </a:xfrm>
        </p:spPr>
        <p:txBody>
          <a:bodyPr/>
          <a:lstStyle/>
          <a:p>
            <a:endParaRPr lang="zh-CN" altLang="en-US"/>
          </a:p>
        </p:txBody>
      </p:sp>
      <p:sp>
        <p:nvSpPr>
          <p:cNvPr id="3" name="图片占位符 2"/>
          <p:cNvSpPr>
            <a:spLocks noGrp="1"/>
          </p:cNvSpPr>
          <p:nvPr>
            <p:ph type="pic" sz="quarter" idx="11"/>
          </p:nvPr>
        </p:nvSpPr>
        <p:spPr>
          <a:xfrm>
            <a:off x="3177463" y="1583676"/>
            <a:ext cx="2851698" cy="2759725"/>
          </a:xfrm>
          <a:prstGeom prst="rect">
            <a:avLst/>
          </a:prstGeom>
        </p:spPr>
        <p:txBody>
          <a:bodyPr/>
          <a:lstStyle/>
          <a:p>
            <a:endParaRPr lang="zh-CN" altLang="en-US"/>
          </a:p>
        </p:txBody>
      </p:sp>
      <p:sp>
        <p:nvSpPr>
          <p:cNvPr id="4" name="图片占位符 3"/>
          <p:cNvSpPr>
            <a:spLocks noGrp="1"/>
          </p:cNvSpPr>
          <p:nvPr>
            <p:ph type="pic" sz="quarter" idx="12"/>
          </p:nvPr>
        </p:nvSpPr>
        <p:spPr>
          <a:xfrm>
            <a:off x="192087" y="1583676"/>
            <a:ext cx="2851698" cy="2759725"/>
          </a:xfrm>
          <a:prstGeom prst="rect">
            <a:avLst/>
          </a:prstGeom>
        </p:spPr>
        <p:txBody>
          <a:bodyPr/>
          <a:lstStyle/>
          <a:p>
            <a:endParaRPr lang="zh-CN" altLang="en-US"/>
          </a:p>
        </p:txBody>
      </p:sp>
      <p:sp>
        <p:nvSpPr>
          <p:cNvPr id="5" name="图片占位符 4"/>
          <p:cNvSpPr>
            <a:spLocks noGrp="1"/>
          </p:cNvSpPr>
          <p:nvPr>
            <p:ph type="pic" sz="quarter" idx="13"/>
          </p:nvPr>
        </p:nvSpPr>
        <p:spPr>
          <a:xfrm>
            <a:off x="9148215" y="1583676"/>
            <a:ext cx="2851698" cy="2759725"/>
          </a:xfrm>
          <a:prstGeom prst="rect">
            <a:avLst/>
          </a:prstGeom>
        </p:spPr>
        <p:txBody>
          <a:bodyPr/>
          <a:lstStyle/>
          <a:p>
            <a:endParaRPr lang="zh-CN" altLang="en-US"/>
          </a:p>
        </p:txBody>
      </p:sp>
      <p:sp>
        <p:nvSpPr>
          <p:cNvPr id="6"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endParaRPr lang="zh-CN" altLang="en-US"/>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6096000" y="1268413"/>
            <a:ext cx="2232752" cy="2367154"/>
          </a:xfrm>
        </p:spPr>
        <p:txBody>
          <a:bodyPr/>
          <a:lstStyle/>
          <a:p>
            <a:endParaRPr lang="zh-CN" altLang="en-US"/>
          </a:p>
        </p:txBody>
      </p:sp>
      <p:sp>
        <p:nvSpPr>
          <p:cNvPr id="3" name="图片占位符 2"/>
          <p:cNvSpPr>
            <a:spLocks noGrp="1"/>
          </p:cNvSpPr>
          <p:nvPr>
            <p:ph type="pic" sz="quarter" idx="11"/>
          </p:nvPr>
        </p:nvSpPr>
        <p:spPr>
          <a:xfrm>
            <a:off x="6096000" y="3820245"/>
            <a:ext cx="2232752" cy="2367154"/>
          </a:xfrm>
          <a:prstGeom prst="rect">
            <a:avLst/>
          </a:prstGeom>
        </p:spPr>
        <p:txBody>
          <a:bodyPr/>
          <a:lstStyle/>
          <a:p>
            <a:endParaRPr lang="zh-CN" altLang="en-US"/>
          </a:p>
        </p:txBody>
      </p:sp>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endParaRPr lang="zh-CN" altLang="en-US"/>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911225" y="635000"/>
            <a:ext cx="10369550" cy="3498850"/>
          </a:xfrm>
        </p:spPr>
        <p:txBody>
          <a:bodyPr/>
          <a:lstStyle/>
          <a:p>
            <a:endParaRPr lang="zh-CN" altLang="en-US"/>
          </a:p>
        </p:txBody>
      </p:sp>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endParaRPr lang="zh-CN" altLang="en-US"/>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0" y="0"/>
            <a:ext cx="6096000" cy="6858000"/>
          </a:xfrm>
        </p:spPr>
        <p:txBody>
          <a:bodyPr/>
          <a:lstStyle/>
          <a:p>
            <a:endParaRPr lang="zh-CN" altLang="en-US"/>
          </a:p>
        </p:txBody>
      </p:sp>
      <p:sp>
        <p:nvSpPr>
          <p:cNvPr id="13" name="图片占位符 12"/>
          <p:cNvSpPr>
            <a:spLocks noGrp="1"/>
          </p:cNvSpPr>
          <p:nvPr>
            <p:ph type="pic" sz="quarter" idx="11"/>
          </p:nvPr>
        </p:nvSpPr>
        <p:spPr>
          <a:xfrm>
            <a:off x="6457951" y="3970338"/>
            <a:ext cx="1713105" cy="1619250"/>
          </a:xfrm>
          <a:custGeom>
            <a:avLst/>
            <a:gdLst>
              <a:gd name="connsiteX0" fmla="*/ 0 w 1713105"/>
              <a:gd name="connsiteY0" fmla="*/ 0 h 1619250"/>
              <a:gd name="connsiteX1" fmla="*/ 1713105 w 1713105"/>
              <a:gd name="connsiteY1" fmla="*/ 0 h 1619250"/>
              <a:gd name="connsiteX2" fmla="*/ 1713105 w 1713105"/>
              <a:gd name="connsiteY2" fmla="*/ 1619250 h 1619250"/>
              <a:gd name="connsiteX3" fmla="*/ 0 w 1713105"/>
              <a:gd name="connsiteY3" fmla="*/ 1619250 h 1619250"/>
            </a:gdLst>
            <a:ahLst/>
            <a:cxnLst>
              <a:cxn ang="0">
                <a:pos x="connsiteX0" y="connsiteY0"/>
              </a:cxn>
              <a:cxn ang="0">
                <a:pos x="connsiteX1" y="connsiteY1"/>
              </a:cxn>
              <a:cxn ang="0">
                <a:pos x="connsiteX2" y="connsiteY2"/>
              </a:cxn>
              <a:cxn ang="0">
                <a:pos x="connsiteX3" y="connsiteY3"/>
              </a:cxn>
            </a:cxnLst>
            <a:rect l="l" t="t" r="r" b="b"/>
            <a:pathLst>
              <a:path w="1713105" h="1619250">
                <a:moveTo>
                  <a:pt x="0" y="0"/>
                </a:moveTo>
                <a:lnTo>
                  <a:pt x="1713105" y="0"/>
                </a:lnTo>
                <a:lnTo>
                  <a:pt x="1713105" y="1619250"/>
                </a:lnTo>
                <a:lnTo>
                  <a:pt x="0" y="1619250"/>
                </a:lnTo>
                <a:close/>
              </a:path>
            </a:pathLst>
          </a:custGeom>
        </p:spPr>
        <p:txBody>
          <a:bodyPr wrap="square">
            <a:noAutofit/>
          </a:bodyPr>
          <a:lstStyle/>
          <a:p>
            <a:endParaRPr lang="zh-CN" altLang="en-US"/>
          </a:p>
        </p:txBody>
      </p:sp>
      <p:sp>
        <p:nvSpPr>
          <p:cNvPr id="12" name="图片占位符 11"/>
          <p:cNvSpPr>
            <a:spLocks noGrp="1"/>
          </p:cNvSpPr>
          <p:nvPr>
            <p:ph type="pic" sz="quarter" idx="12"/>
          </p:nvPr>
        </p:nvSpPr>
        <p:spPr>
          <a:xfrm>
            <a:off x="8325235" y="3970338"/>
            <a:ext cx="1713105" cy="1619250"/>
          </a:xfrm>
          <a:custGeom>
            <a:avLst/>
            <a:gdLst>
              <a:gd name="connsiteX0" fmla="*/ 0 w 1713105"/>
              <a:gd name="connsiteY0" fmla="*/ 0 h 1619250"/>
              <a:gd name="connsiteX1" fmla="*/ 1713105 w 1713105"/>
              <a:gd name="connsiteY1" fmla="*/ 0 h 1619250"/>
              <a:gd name="connsiteX2" fmla="*/ 1713105 w 1713105"/>
              <a:gd name="connsiteY2" fmla="*/ 1619250 h 1619250"/>
              <a:gd name="connsiteX3" fmla="*/ 0 w 1713105"/>
              <a:gd name="connsiteY3" fmla="*/ 1619250 h 1619250"/>
            </a:gdLst>
            <a:ahLst/>
            <a:cxnLst>
              <a:cxn ang="0">
                <a:pos x="connsiteX0" y="connsiteY0"/>
              </a:cxn>
              <a:cxn ang="0">
                <a:pos x="connsiteX1" y="connsiteY1"/>
              </a:cxn>
              <a:cxn ang="0">
                <a:pos x="connsiteX2" y="connsiteY2"/>
              </a:cxn>
              <a:cxn ang="0">
                <a:pos x="connsiteX3" y="connsiteY3"/>
              </a:cxn>
            </a:cxnLst>
            <a:rect l="l" t="t" r="r" b="b"/>
            <a:pathLst>
              <a:path w="1713105" h="1619250">
                <a:moveTo>
                  <a:pt x="0" y="0"/>
                </a:moveTo>
                <a:lnTo>
                  <a:pt x="1713105" y="0"/>
                </a:lnTo>
                <a:lnTo>
                  <a:pt x="1713105" y="1619250"/>
                </a:lnTo>
                <a:lnTo>
                  <a:pt x="0" y="1619250"/>
                </a:lnTo>
                <a:close/>
              </a:path>
            </a:pathLst>
          </a:custGeom>
        </p:spPr>
        <p:txBody>
          <a:bodyPr wrap="square">
            <a:noAutofit/>
          </a:bodyPr>
          <a:lstStyle/>
          <a:p>
            <a:endParaRPr lang="zh-CN" altLang="en-US"/>
          </a:p>
        </p:txBody>
      </p:sp>
      <p:sp>
        <p:nvSpPr>
          <p:cNvPr id="11" name="图片占位符 10"/>
          <p:cNvSpPr>
            <a:spLocks noGrp="1"/>
          </p:cNvSpPr>
          <p:nvPr>
            <p:ph type="pic" sz="quarter" idx="13"/>
          </p:nvPr>
        </p:nvSpPr>
        <p:spPr>
          <a:xfrm>
            <a:off x="10201084" y="3970338"/>
            <a:ext cx="1713105" cy="1619250"/>
          </a:xfrm>
          <a:custGeom>
            <a:avLst/>
            <a:gdLst>
              <a:gd name="connsiteX0" fmla="*/ 0 w 1713105"/>
              <a:gd name="connsiteY0" fmla="*/ 0 h 1619250"/>
              <a:gd name="connsiteX1" fmla="*/ 1713105 w 1713105"/>
              <a:gd name="connsiteY1" fmla="*/ 0 h 1619250"/>
              <a:gd name="connsiteX2" fmla="*/ 1713105 w 1713105"/>
              <a:gd name="connsiteY2" fmla="*/ 1619250 h 1619250"/>
              <a:gd name="connsiteX3" fmla="*/ 0 w 1713105"/>
              <a:gd name="connsiteY3" fmla="*/ 1619250 h 1619250"/>
            </a:gdLst>
            <a:ahLst/>
            <a:cxnLst>
              <a:cxn ang="0">
                <a:pos x="connsiteX0" y="connsiteY0"/>
              </a:cxn>
              <a:cxn ang="0">
                <a:pos x="connsiteX1" y="connsiteY1"/>
              </a:cxn>
              <a:cxn ang="0">
                <a:pos x="connsiteX2" y="connsiteY2"/>
              </a:cxn>
              <a:cxn ang="0">
                <a:pos x="connsiteX3" y="connsiteY3"/>
              </a:cxn>
            </a:cxnLst>
            <a:rect l="l" t="t" r="r" b="b"/>
            <a:pathLst>
              <a:path w="1713105" h="1619250">
                <a:moveTo>
                  <a:pt x="0" y="0"/>
                </a:moveTo>
                <a:lnTo>
                  <a:pt x="1713105" y="0"/>
                </a:lnTo>
                <a:lnTo>
                  <a:pt x="1713105" y="1619250"/>
                </a:lnTo>
                <a:lnTo>
                  <a:pt x="0" y="1619250"/>
                </a:lnTo>
                <a:close/>
              </a:path>
            </a:pathLst>
          </a:custGeom>
        </p:spPr>
        <p:txBody>
          <a:bodyPr wrap="square">
            <a:noAutofit/>
          </a:bodyPr>
          <a:lstStyle/>
          <a:p>
            <a:endParaRPr lang="zh-CN" altLang="en-US"/>
          </a:p>
        </p:txBody>
      </p:sp>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endParaRPr lang="zh-CN" altLang="en-US"/>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1" y="0"/>
            <a:ext cx="12192000" cy="6858000"/>
          </a:xfrm>
        </p:spPr>
        <p:txBody>
          <a:bodyPr/>
          <a:lstStyle/>
          <a:p>
            <a:endParaRPr lang="zh-CN" altLang="en-US"/>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endParaRPr lang="zh-CN" altLang="en-US"/>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任意多边形: 形状 7"/>
          <p:cNvSpPr>
            <a:spLocks noGrp="1"/>
          </p:cNvSpPr>
          <p:nvPr>
            <p:ph type="pic" sz="quarter" idx="10"/>
          </p:nvPr>
        </p:nvSpPr>
        <p:spPr>
          <a:xfrm>
            <a:off x="11049000" y="1"/>
            <a:ext cx="1143000" cy="5210175"/>
          </a:xfrm>
          <a:custGeom>
            <a:avLst/>
            <a:gdLst>
              <a:gd name="connsiteX0" fmla="*/ 0 w 1143000"/>
              <a:gd name="connsiteY0" fmla="*/ 0 h 5210175"/>
              <a:gd name="connsiteX1" fmla="*/ 1143000 w 1143000"/>
              <a:gd name="connsiteY1" fmla="*/ 0 h 5210175"/>
              <a:gd name="connsiteX2" fmla="*/ 1143000 w 1143000"/>
              <a:gd name="connsiteY2" fmla="*/ 5210175 h 5210175"/>
              <a:gd name="connsiteX3" fmla="*/ 206382 w 1143000"/>
              <a:gd name="connsiteY3" fmla="*/ 5210175 h 5210175"/>
              <a:gd name="connsiteX4" fmla="*/ 0 w 1143000"/>
              <a:gd name="connsiteY4" fmla="*/ 5003793 h 521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0" h="5210175">
                <a:moveTo>
                  <a:pt x="0" y="0"/>
                </a:moveTo>
                <a:lnTo>
                  <a:pt x="1143000" y="0"/>
                </a:lnTo>
                <a:lnTo>
                  <a:pt x="1143000" y="5210175"/>
                </a:lnTo>
                <a:lnTo>
                  <a:pt x="206382" y="5210175"/>
                </a:lnTo>
                <a:cubicBezTo>
                  <a:pt x="92400" y="5210175"/>
                  <a:pt x="0" y="5117775"/>
                  <a:pt x="0" y="5003793"/>
                </a:cubicBezTo>
                <a:close/>
              </a:path>
            </a:pathLst>
          </a:custGeom>
        </p:spPr>
        <p:txBody>
          <a:bodyPr wrap="square">
            <a:noAutofit/>
          </a:bodyPr>
          <a:lstStyle/>
          <a:p>
            <a:endParaRPr lang="zh-CN" altLang="en-US"/>
          </a:p>
        </p:txBody>
      </p:sp>
      <p:sp>
        <p:nvSpPr>
          <p:cNvPr id="7" name="任意多边形: 形状 6"/>
          <p:cNvSpPr>
            <a:spLocks noGrp="1"/>
          </p:cNvSpPr>
          <p:nvPr>
            <p:ph type="pic" sz="quarter" idx="11"/>
          </p:nvPr>
        </p:nvSpPr>
        <p:spPr>
          <a:xfrm>
            <a:off x="7849772" y="2278966"/>
            <a:ext cx="2757268" cy="4579034"/>
          </a:xfrm>
          <a:custGeom>
            <a:avLst/>
            <a:gdLst>
              <a:gd name="connsiteX0" fmla="*/ 206326 w 2757268"/>
              <a:gd name="connsiteY0" fmla="*/ 0 h 4579034"/>
              <a:gd name="connsiteX1" fmla="*/ 2550942 w 2757268"/>
              <a:gd name="connsiteY1" fmla="*/ 0 h 4579034"/>
              <a:gd name="connsiteX2" fmla="*/ 2757268 w 2757268"/>
              <a:gd name="connsiteY2" fmla="*/ 206326 h 4579034"/>
              <a:gd name="connsiteX3" fmla="*/ 2757268 w 2757268"/>
              <a:gd name="connsiteY3" fmla="*/ 4579034 h 4579034"/>
              <a:gd name="connsiteX4" fmla="*/ 0 w 2757268"/>
              <a:gd name="connsiteY4" fmla="*/ 4579034 h 4579034"/>
              <a:gd name="connsiteX5" fmla="*/ 0 w 2757268"/>
              <a:gd name="connsiteY5" fmla="*/ 206326 h 4579034"/>
              <a:gd name="connsiteX6" fmla="*/ 206326 w 2757268"/>
              <a:gd name="connsiteY6" fmla="*/ 0 h 4579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7268" h="4579034">
                <a:moveTo>
                  <a:pt x="206326" y="0"/>
                </a:moveTo>
                <a:lnTo>
                  <a:pt x="2550942" y="0"/>
                </a:lnTo>
                <a:cubicBezTo>
                  <a:pt x="2664893" y="0"/>
                  <a:pt x="2757268" y="92375"/>
                  <a:pt x="2757268" y="206326"/>
                </a:cubicBezTo>
                <a:lnTo>
                  <a:pt x="2757268" y="4579034"/>
                </a:lnTo>
                <a:lnTo>
                  <a:pt x="0" y="4579034"/>
                </a:lnTo>
                <a:lnTo>
                  <a:pt x="0" y="206326"/>
                </a:lnTo>
                <a:cubicBezTo>
                  <a:pt x="0" y="92375"/>
                  <a:pt x="92375" y="0"/>
                  <a:pt x="206326" y="0"/>
                </a:cubicBezTo>
                <a:close/>
              </a:path>
            </a:pathLst>
          </a:custGeom>
        </p:spPr>
        <p:txBody>
          <a:bodyPr wrap="square">
            <a:noAutofit/>
          </a:bodyPr>
          <a:lstStyle/>
          <a:p>
            <a:endParaRPr lang="zh-CN" altLang="en-US"/>
          </a:p>
        </p:txBody>
      </p:sp>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endParaRPr lang="zh-CN" altLang="en-US"/>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0" y="0"/>
            <a:ext cx="3744686" cy="6858000"/>
          </a:xfrm>
        </p:spPr>
        <p:txBody>
          <a:bodyPr/>
          <a:lstStyle/>
          <a:p>
            <a:endParaRPr lang="zh-CN" altLang="en-US"/>
          </a:p>
        </p:txBody>
      </p:sp>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endParaRPr lang="zh-CN" altLang="en-US"/>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4229100" y="0"/>
            <a:ext cx="3733800" cy="6858000"/>
          </a:xfrm>
        </p:spPr>
        <p:txBody>
          <a:bodyPr/>
          <a:lstStyle/>
          <a:p>
            <a:endParaRPr lang="zh-CN" altLang="en-US"/>
          </a:p>
        </p:txBody>
      </p:sp>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endParaRPr lang="zh-CN" altLang="en-US"/>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7730133" y="1450053"/>
            <a:ext cx="2849950" cy="3150975"/>
          </a:xfrm>
        </p:spPr>
        <p:txBody>
          <a:bodyPr/>
          <a:lstStyle/>
          <a:p>
            <a:endParaRPr lang="zh-CN" altLang="en-US"/>
          </a:p>
        </p:txBody>
      </p:sp>
      <p:sp>
        <p:nvSpPr>
          <p:cNvPr id="3" name="图片占位符 2"/>
          <p:cNvSpPr>
            <a:spLocks noGrp="1"/>
          </p:cNvSpPr>
          <p:nvPr>
            <p:ph type="pic" sz="quarter" idx="11"/>
          </p:nvPr>
        </p:nvSpPr>
        <p:spPr>
          <a:xfrm>
            <a:off x="4694192" y="1450053"/>
            <a:ext cx="2849950" cy="3150975"/>
          </a:xfrm>
          <a:prstGeom prst="rect">
            <a:avLst/>
          </a:prstGeom>
        </p:spPr>
        <p:txBody>
          <a:bodyPr/>
          <a:lstStyle/>
          <a:p>
            <a:endParaRPr lang="zh-CN" altLang="en-US"/>
          </a:p>
        </p:txBody>
      </p:sp>
      <p:sp>
        <p:nvSpPr>
          <p:cNvPr id="4" name="图片占位符 3"/>
          <p:cNvSpPr>
            <a:spLocks noGrp="1"/>
          </p:cNvSpPr>
          <p:nvPr>
            <p:ph type="pic" sz="quarter" idx="12"/>
          </p:nvPr>
        </p:nvSpPr>
        <p:spPr>
          <a:xfrm>
            <a:off x="1658250" y="1450053"/>
            <a:ext cx="2849950" cy="3150975"/>
          </a:xfrm>
          <a:prstGeom prst="rect">
            <a:avLst/>
          </a:prstGeom>
        </p:spPr>
        <p:txBody>
          <a:bodyPr/>
          <a:lstStyle/>
          <a:p>
            <a:endParaRPr lang="zh-CN" altLang="en-US"/>
          </a:p>
        </p:txBody>
      </p:sp>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endParaRPr lang="zh-CN" altLang="en-US"/>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图片占位符 5"/>
          <p:cNvSpPr>
            <a:spLocks noGrp="1"/>
          </p:cNvSpPr>
          <p:nvPr>
            <p:ph type="pic" idx="10"/>
          </p:nvPr>
        </p:nvSpPr>
        <p:spPr>
          <a:xfrm>
            <a:off x="6096000" y="0"/>
            <a:ext cx="2598057" cy="3429001"/>
          </a:xfrm>
        </p:spPr>
        <p:txBody>
          <a:bodyPr/>
          <a:lstStyle/>
          <a:p>
            <a:endParaRPr lang="zh-CN" altLang="en-US"/>
          </a:p>
        </p:txBody>
      </p:sp>
      <p:sp>
        <p:nvSpPr>
          <p:cNvPr id="7" name="图片占位符 6"/>
          <p:cNvSpPr>
            <a:spLocks noGrp="1"/>
          </p:cNvSpPr>
          <p:nvPr>
            <p:ph type="pic" sz="quarter" idx="11"/>
          </p:nvPr>
        </p:nvSpPr>
        <p:spPr>
          <a:xfrm>
            <a:off x="8694058" y="-1"/>
            <a:ext cx="2598057" cy="3429001"/>
          </a:xfrm>
          <a:prstGeom prst="rect">
            <a:avLst/>
          </a:prstGeom>
        </p:spPr>
        <p:txBody>
          <a:bodyPr/>
          <a:lstStyle/>
          <a:p>
            <a:endParaRPr lang="zh-CN" altLang="en-US"/>
          </a:p>
        </p:txBody>
      </p:sp>
      <p:sp>
        <p:nvSpPr>
          <p:cNvPr id="8" name="图片占位符 7"/>
          <p:cNvSpPr>
            <a:spLocks noGrp="1"/>
          </p:cNvSpPr>
          <p:nvPr>
            <p:ph type="pic" sz="quarter" idx="12"/>
          </p:nvPr>
        </p:nvSpPr>
        <p:spPr>
          <a:xfrm>
            <a:off x="6096000" y="3429001"/>
            <a:ext cx="2598057" cy="3429001"/>
          </a:xfrm>
          <a:prstGeom prst="rect">
            <a:avLst/>
          </a:prstGeom>
        </p:spPr>
        <p:txBody>
          <a:bodyPr/>
          <a:lstStyle/>
          <a:p>
            <a:endParaRPr lang="zh-CN" altLang="en-US"/>
          </a:p>
        </p:txBody>
      </p:sp>
      <p:sp>
        <p:nvSpPr>
          <p:cNvPr id="9" name="图片占位符 8"/>
          <p:cNvSpPr>
            <a:spLocks noGrp="1"/>
          </p:cNvSpPr>
          <p:nvPr>
            <p:ph type="pic" sz="quarter" idx="13"/>
          </p:nvPr>
        </p:nvSpPr>
        <p:spPr>
          <a:xfrm>
            <a:off x="8694058" y="3429001"/>
            <a:ext cx="2598057" cy="3429001"/>
          </a:xfrm>
          <a:prstGeom prst="rect">
            <a:avLst/>
          </a:prstGeom>
        </p:spPr>
        <p:txBody>
          <a:bodyPr/>
          <a:lstStyle/>
          <a:p>
            <a:endParaRPr lang="zh-CN" altLang="en-US"/>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图片占位符 3"/>
          <p:cNvSpPr>
            <a:spLocks noGrp="1"/>
          </p:cNvSpPr>
          <p:nvPr>
            <p:ph type="pic" idx="10"/>
          </p:nvPr>
        </p:nvSpPr>
        <p:spPr>
          <a:xfrm>
            <a:off x="911226" y="635001"/>
            <a:ext cx="5184775" cy="2794000"/>
          </a:xfrm>
        </p:spPr>
        <p:txBody>
          <a:bodyPr/>
          <a:lstStyle/>
          <a:p>
            <a:endParaRPr lang="zh-CN" altLang="en-US"/>
          </a:p>
        </p:txBody>
      </p:sp>
      <p:sp>
        <p:nvSpPr>
          <p:cNvPr id="5" name="图片占位符 4"/>
          <p:cNvSpPr>
            <a:spLocks noGrp="1"/>
          </p:cNvSpPr>
          <p:nvPr>
            <p:ph type="pic" sz="quarter" idx="11"/>
          </p:nvPr>
        </p:nvSpPr>
        <p:spPr>
          <a:xfrm>
            <a:off x="6096000" y="3442580"/>
            <a:ext cx="5184775" cy="2794000"/>
          </a:xfrm>
          <a:prstGeom prst="rect">
            <a:avLst/>
          </a:prstGeom>
        </p:spPr>
        <p:txBody>
          <a:bodyPr/>
          <a:lstStyle/>
          <a:p>
            <a:endParaRPr lang="zh-CN" altLang="en-US"/>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任意多边形: 形状 4"/>
          <p:cNvSpPr>
            <a:spLocks noGrp="1"/>
          </p:cNvSpPr>
          <p:nvPr>
            <p:ph type="pic" sz="quarter" idx="10"/>
          </p:nvPr>
        </p:nvSpPr>
        <p:spPr>
          <a:xfrm>
            <a:off x="911226" y="0"/>
            <a:ext cx="4046365" cy="5067759"/>
          </a:xfrm>
          <a:custGeom>
            <a:avLst/>
            <a:gdLst>
              <a:gd name="connsiteX0" fmla="*/ 0 w 4046365"/>
              <a:gd name="connsiteY0" fmla="*/ 0 h 5067759"/>
              <a:gd name="connsiteX1" fmla="*/ 4046365 w 4046365"/>
              <a:gd name="connsiteY1" fmla="*/ 0 h 5067759"/>
              <a:gd name="connsiteX2" fmla="*/ 4046365 w 4046365"/>
              <a:gd name="connsiteY2" fmla="*/ 5067759 h 5067759"/>
              <a:gd name="connsiteX3" fmla="*/ 0 w 4046365"/>
              <a:gd name="connsiteY3" fmla="*/ 5067759 h 5067759"/>
            </a:gdLst>
            <a:ahLst/>
            <a:cxnLst>
              <a:cxn ang="0">
                <a:pos x="connsiteX0" y="connsiteY0"/>
              </a:cxn>
              <a:cxn ang="0">
                <a:pos x="connsiteX1" y="connsiteY1"/>
              </a:cxn>
              <a:cxn ang="0">
                <a:pos x="connsiteX2" y="connsiteY2"/>
              </a:cxn>
              <a:cxn ang="0">
                <a:pos x="connsiteX3" y="connsiteY3"/>
              </a:cxn>
            </a:cxnLst>
            <a:rect l="l" t="t" r="r" b="b"/>
            <a:pathLst>
              <a:path w="4046365" h="5067759">
                <a:moveTo>
                  <a:pt x="0" y="0"/>
                </a:moveTo>
                <a:lnTo>
                  <a:pt x="4046365" y="0"/>
                </a:lnTo>
                <a:lnTo>
                  <a:pt x="4046365" y="5067759"/>
                </a:lnTo>
                <a:lnTo>
                  <a:pt x="0" y="5067759"/>
                </a:lnTo>
                <a:close/>
              </a:path>
            </a:pathLst>
          </a:custGeom>
        </p:spPr>
        <p:txBody>
          <a:bodyPr wrap="square">
            <a:noAutofit/>
          </a:bodyPr>
          <a:lstStyle/>
          <a:p>
            <a:endParaRPr lang="zh-CN" altLang="en-US"/>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任意多边形: 形状 4"/>
          <p:cNvSpPr>
            <a:spLocks noGrp="1"/>
          </p:cNvSpPr>
          <p:nvPr>
            <p:ph type="pic" sz="quarter" idx="10"/>
          </p:nvPr>
        </p:nvSpPr>
        <p:spPr>
          <a:xfrm>
            <a:off x="3949560" y="635001"/>
            <a:ext cx="4292880" cy="4181475"/>
          </a:xfrm>
          <a:custGeom>
            <a:avLst/>
            <a:gdLst>
              <a:gd name="connsiteX0" fmla="*/ 0 w 4292880"/>
              <a:gd name="connsiteY0" fmla="*/ 0 h 4181475"/>
              <a:gd name="connsiteX1" fmla="*/ 4292880 w 4292880"/>
              <a:gd name="connsiteY1" fmla="*/ 0 h 4181475"/>
              <a:gd name="connsiteX2" fmla="*/ 4292880 w 4292880"/>
              <a:gd name="connsiteY2" fmla="*/ 4181475 h 4181475"/>
              <a:gd name="connsiteX3" fmla="*/ 0 w 4292880"/>
              <a:gd name="connsiteY3" fmla="*/ 4181475 h 4181475"/>
            </a:gdLst>
            <a:ahLst/>
            <a:cxnLst>
              <a:cxn ang="0">
                <a:pos x="connsiteX0" y="connsiteY0"/>
              </a:cxn>
              <a:cxn ang="0">
                <a:pos x="connsiteX1" y="connsiteY1"/>
              </a:cxn>
              <a:cxn ang="0">
                <a:pos x="connsiteX2" y="connsiteY2"/>
              </a:cxn>
              <a:cxn ang="0">
                <a:pos x="connsiteX3" y="connsiteY3"/>
              </a:cxn>
            </a:cxnLst>
            <a:rect l="l" t="t" r="r" b="b"/>
            <a:pathLst>
              <a:path w="4292880" h="4181475">
                <a:moveTo>
                  <a:pt x="0" y="0"/>
                </a:moveTo>
                <a:lnTo>
                  <a:pt x="4292880" y="0"/>
                </a:lnTo>
                <a:lnTo>
                  <a:pt x="4292880" y="4181475"/>
                </a:lnTo>
                <a:lnTo>
                  <a:pt x="0" y="4181475"/>
                </a:lnTo>
                <a:close/>
              </a:path>
            </a:pathLst>
          </a:custGeom>
        </p:spPr>
        <p:txBody>
          <a:bodyPr wrap="square">
            <a:noAutofit/>
          </a:bodyPr>
          <a:lstStyle/>
          <a:p>
            <a:endParaRPr lang="zh-CN" altLang="en-US"/>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任意多边形: 形状 5"/>
          <p:cNvSpPr>
            <a:spLocks noGrp="1"/>
          </p:cNvSpPr>
          <p:nvPr>
            <p:ph type="pic" sz="quarter" idx="10"/>
          </p:nvPr>
        </p:nvSpPr>
        <p:spPr>
          <a:xfrm>
            <a:off x="911225" y="3073706"/>
            <a:ext cx="5184775" cy="3127069"/>
          </a:xfrm>
          <a:custGeom>
            <a:avLst/>
            <a:gdLst>
              <a:gd name="connsiteX0" fmla="*/ 0 w 5184775"/>
              <a:gd name="connsiteY0" fmla="*/ 0 h 3127069"/>
              <a:gd name="connsiteX1" fmla="*/ 5184775 w 5184775"/>
              <a:gd name="connsiteY1" fmla="*/ 0 h 3127069"/>
              <a:gd name="connsiteX2" fmla="*/ 5184775 w 5184775"/>
              <a:gd name="connsiteY2" fmla="*/ 3127069 h 3127069"/>
              <a:gd name="connsiteX3" fmla="*/ 0 w 5184775"/>
              <a:gd name="connsiteY3" fmla="*/ 3127069 h 3127069"/>
            </a:gdLst>
            <a:ahLst/>
            <a:cxnLst>
              <a:cxn ang="0">
                <a:pos x="connsiteX0" y="connsiteY0"/>
              </a:cxn>
              <a:cxn ang="0">
                <a:pos x="connsiteX1" y="connsiteY1"/>
              </a:cxn>
              <a:cxn ang="0">
                <a:pos x="connsiteX2" y="connsiteY2"/>
              </a:cxn>
              <a:cxn ang="0">
                <a:pos x="connsiteX3" y="connsiteY3"/>
              </a:cxn>
            </a:cxnLst>
            <a:rect l="l" t="t" r="r" b="b"/>
            <a:pathLst>
              <a:path w="5184775" h="3127069">
                <a:moveTo>
                  <a:pt x="0" y="0"/>
                </a:moveTo>
                <a:lnTo>
                  <a:pt x="5184775" y="0"/>
                </a:lnTo>
                <a:lnTo>
                  <a:pt x="5184775" y="3127069"/>
                </a:lnTo>
                <a:lnTo>
                  <a:pt x="0" y="3127069"/>
                </a:lnTo>
                <a:close/>
              </a:path>
            </a:pathLst>
          </a:custGeom>
        </p:spPr>
        <p:txBody>
          <a:bodyPr wrap="square">
            <a:noAutofit/>
          </a:bodyPr>
          <a:lstStyle/>
          <a:p>
            <a:endParaRPr lang="zh-CN" altLang="en-US"/>
          </a:p>
        </p:txBody>
      </p:sp>
    </p:spTree>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407276" y="680545"/>
            <a:ext cx="3174124" cy="3704897"/>
          </a:xfrm>
        </p:spPr>
        <p:txBody>
          <a:bodyPr/>
          <a:lstStyle/>
          <a:p>
            <a:endParaRPr lang="zh-CN" altLang="en-US"/>
          </a:p>
        </p:txBody>
      </p:sp>
      <p:sp>
        <p:nvSpPr>
          <p:cNvPr id="3" name="图片占位符 2"/>
          <p:cNvSpPr>
            <a:spLocks noGrp="1"/>
          </p:cNvSpPr>
          <p:nvPr>
            <p:ph type="pic" sz="quarter" idx="11"/>
          </p:nvPr>
        </p:nvSpPr>
        <p:spPr>
          <a:xfrm>
            <a:off x="3794235" y="2685611"/>
            <a:ext cx="3174124" cy="3704897"/>
          </a:xfrm>
          <a:prstGeom prst="rect">
            <a:avLst/>
          </a:prstGeom>
        </p:spPr>
        <p:txBody>
          <a:bodyPr/>
          <a:lstStyle/>
          <a:p>
            <a:endParaRPr lang="zh-CN" altLang="en-US"/>
          </a:p>
        </p:txBody>
      </p:sp>
    </p:spTree>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4153679" y="2924081"/>
            <a:ext cx="1849696" cy="1364343"/>
          </a:xfrm>
        </p:spPr>
        <p:txBody>
          <a:bodyPr/>
          <a:lstStyle/>
          <a:p>
            <a:endParaRPr lang="zh-CN" altLang="en-US"/>
          </a:p>
        </p:txBody>
      </p:sp>
      <p:sp>
        <p:nvSpPr>
          <p:cNvPr id="4" name="图片占位符 3"/>
          <p:cNvSpPr>
            <a:spLocks noGrp="1"/>
          </p:cNvSpPr>
          <p:nvPr>
            <p:ph type="pic" sz="quarter" idx="11"/>
          </p:nvPr>
        </p:nvSpPr>
        <p:spPr>
          <a:xfrm>
            <a:off x="2227035" y="4836432"/>
            <a:ext cx="1849696" cy="1364343"/>
          </a:xfrm>
          <a:prstGeom prst="rect">
            <a:avLst/>
          </a:prstGeom>
        </p:spPr>
        <p:txBody>
          <a:bodyPr/>
          <a:lstStyle/>
          <a:p>
            <a:endParaRPr lang="zh-CN" altLang="en-US"/>
          </a:p>
        </p:txBody>
      </p:sp>
      <p:sp>
        <p:nvSpPr>
          <p:cNvPr id="5" name="图片占位符 4"/>
          <p:cNvSpPr>
            <a:spLocks noGrp="1"/>
          </p:cNvSpPr>
          <p:nvPr>
            <p:ph type="pic" sz="quarter" idx="12"/>
          </p:nvPr>
        </p:nvSpPr>
        <p:spPr>
          <a:xfrm>
            <a:off x="6188625" y="4836432"/>
            <a:ext cx="1849696" cy="1364343"/>
          </a:xfrm>
          <a:prstGeom prst="rect">
            <a:avLst/>
          </a:prstGeom>
        </p:spPr>
        <p:txBody>
          <a:bodyPr/>
          <a:lstStyle/>
          <a:p>
            <a:endParaRPr lang="zh-CN" altLang="en-US"/>
          </a:p>
        </p:txBody>
      </p:sp>
      <p:sp>
        <p:nvSpPr>
          <p:cNvPr id="6" name="图片占位符 5"/>
          <p:cNvSpPr>
            <a:spLocks noGrp="1"/>
          </p:cNvSpPr>
          <p:nvPr>
            <p:ph type="pic" sz="quarter" idx="13"/>
          </p:nvPr>
        </p:nvSpPr>
        <p:spPr>
          <a:xfrm>
            <a:off x="8115270" y="2924081"/>
            <a:ext cx="1849696" cy="1364343"/>
          </a:xfrm>
          <a:prstGeom prst="rect">
            <a:avLst/>
          </a:prstGeom>
        </p:spPr>
        <p:txBody>
          <a:bodyPr/>
          <a:lstStyle/>
          <a:p>
            <a:endParaRPr lang="zh-CN" altLang="en-US"/>
          </a:p>
        </p:txBody>
      </p:sp>
      <p:sp>
        <p:nvSpPr>
          <p:cNvPr id="7" name="图片占位符 6"/>
          <p:cNvSpPr>
            <a:spLocks noGrp="1"/>
          </p:cNvSpPr>
          <p:nvPr>
            <p:ph type="pic" sz="quarter" idx="14"/>
          </p:nvPr>
        </p:nvSpPr>
        <p:spPr>
          <a:xfrm>
            <a:off x="10150216" y="4836432"/>
            <a:ext cx="1849696" cy="1364343"/>
          </a:xfrm>
          <a:prstGeom prst="rect">
            <a:avLst/>
          </a:prstGeom>
        </p:spPr>
        <p:txBody>
          <a:bodyPr/>
          <a:lstStyle/>
          <a:p>
            <a:endParaRPr lang="zh-CN" altLang="en-US"/>
          </a:p>
        </p:txBody>
      </p:sp>
      <p:sp>
        <p:nvSpPr>
          <p:cNvPr id="8" name="图片占位符 7"/>
          <p:cNvSpPr>
            <a:spLocks noGrp="1"/>
          </p:cNvSpPr>
          <p:nvPr>
            <p:ph type="pic" sz="quarter" idx="15"/>
          </p:nvPr>
        </p:nvSpPr>
        <p:spPr>
          <a:xfrm>
            <a:off x="192088" y="2924081"/>
            <a:ext cx="1849696" cy="1364343"/>
          </a:xfrm>
          <a:prstGeom prst="rect">
            <a:avLst/>
          </a:prstGeom>
        </p:spPr>
        <p:txBody>
          <a:bodyPr/>
          <a:lstStyle/>
          <a:p>
            <a:endParaRPr lang="zh-CN" altLang="en-US"/>
          </a:p>
        </p:txBody>
      </p:sp>
    </p:spTree>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任意多边形: 形状 5"/>
          <p:cNvSpPr>
            <a:spLocks noGrp="1"/>
          </p:cNvSpPr>
          <p:nvPr>
            <p:ph type="pic" idx="10"/>
          </p:nvPr>
        </p:nvSpPr>
        <p:spPr>
          <a:xfrm>
            <a:off x="6096000" y="1268414"/>
            <a:ext cx="5459730" cy="1874838"/>
          </a:xfrm>
          <a:custGeom>
            <a:avLst/>
            <a:gdLst>
              <a:gd name="connsiteX0" fmla="*/ 0 w 5459730"/>
              <a:gd name="connsiteY0" fmla="*/ 0 h 1874837"/>
              <a:gd name="connsiteX1" fmla="*/ 5459730 w 5459730"/>
              <a:gd name="connsiteY1" fmla="*/ 0 h 1874837"/>
              <a:gd name="connsiteX2" fmla="*/ 5459730 w 5459730"/>
              <a:gd name="connsiteY2" fmla="*/ 1874837 h 1874837"/>
              <a:gd name="connsiteX3" fmla="*/ 0 w 5459730"/>
              <a:gd name="connsiteY3" fmla="*/ 1874837 h 1874837"/>
            </a:gdLst>
            <a:ahLst/>
            <a:cxnLst>
              <a:cxn ang="0">
                <a:pos x="connsiteX0" y="connsiteY0"/>
              </a:cxn>
              <a:cxn ang="0">
                <a:pos x="connsiteX1" y="connsiteY1"/>
              </a:cxn>
              <a:cxn ang="0">
                <a:pos x="connsiteX2" y="connsiteY2"/>
              </a:cxn>
              <a:cxn ang="0">
                <a:pos x="connsiteX3" y="connsiteY3"/>
              </a:cxn>
            </a:cxnLst>
            <a:rect l="l" t="t" r="r" b="b"/>
            <a:pathLst>
              <a:path w="5459730" h="1874837">
                <a:moveTo>
                  <a:pt x="0" y="0"/>
                </a:moveTo>
                <a:lnTo>
                  <a:pt x="5459730" y="0"/>
                </a:lnTo>
                <a:lnTo>
                  <a:pt x="5459730" y="1874837"/>
                </a:lnTo>
                <a:lnTo>
                  <a:pt x="0" y="1874837"/>
                </a:lnTo>
                <a:close/>
              </a:path>
            </a:pathLst>
          </a:custGeom>
        </p:spPr>
        <p:txBody>
          <a:bodyPr wrap="square">
            <a:noAutofit/>
          </a:bodyPr>
          <a:lstStyle/>
          <a:p>
            <a:endParaRPr lang="zh-CN" altLang="en-US"/>
          </a:p>
        </p:txBody>
      </p:sp>
    </p:spTree>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任意多边形: 形状 9"/>
          <p:cNvSpPr>
            <a:spLocks noGrp="1"/>
          </p:cNvSpPr>
          <p:nvPr>
            <p:ph type="pic" sz="quarter" idx="10"/>
          </p:nvPr>
        </p:nvSpPr>
        <p:spPr>
          <a:xfrm>
            <a:off x="7258050" y="4069080"/>
            <a:ext cx="1210661" cy="1086168"/>
          </a:xfrm>
          <a:custGeom>
            <a:avLst/>
            <a:gdLst>
              <a:gd name="connsiteX0" fmla="*/ 0 w 1210661"/>
              <a:gd name="connsiteY0" fmla="*/ 0 h 1086168"/>
              <a:gd name="connsiteX1" fmla="*/ 1210661 w 1210661"/>
              <a:gd name="connsiteY1" fmla="*/ 0 h 1086168"/>
              <a:gd name="connsiteX2" fmla="*/ 1210661 w 1210661"/>
              <a:gd name="connsiteY2" fmla="*/ 1086168 h 1086168"/>
              <a:gd name="connsiteX3" fmla="*/ 0 w 1210661"/>
              <a:gd name="connsiteY3" fmla="*/ 1086168 h 1086168"/>
            </a:gdLst>
            <a:ahLst/>
            <a:cxnLst>
              <a:cxn ang="0">
                <a:pos x="connsiteX0" y="connsiteY0"/>
              </a:cxn>
              <a:cxn ang="0">
                <a:pos x="connsiteX1" y="connsiteY1"/>
              </a:cxn>
              <a:cxn ang="0">
                <a:pos x="connsiteX2" y="connsiteY2"/>
              </a:cxn>
              <a:cxn ang="0">
                <a:pos x="connsiteX3" y="connsiteY3"/>
              </a:cxn>
            </a:cxnLst>
            <a:rect l="l" t="t" r="r" b="b"/>
            <a:pathLst>
              <a:path w="1210661" h="1086168">
                <a:moveTo>
                  <a:pt x="0" y="0"/>
                </a:moveTo>
                <a:lnTo>
                  <a:pt x="1210661" y="0"/>
                </a:lnTo>
                <a:lnTo>
                  <a:pt x="1210661" y="1086168"/>
                </a:lnTo>
                <a:lnTo>
                  <a:pt x="0" y="1086168"/>
                </a:lnTo>
                <a:close/>
              </a:path>
            </a:pathLst>
          </a:custGeom>
        </p:spPr>
        <p:txBody>
          <a:bodyPr wrap="square">
            <a:noAutofit/>
          </a:bodyPr>
          <a:lstStyle/>
          <a:p>
            <a:endParaRPr lang="zh-CN" altLang="en-US"/>
          </a:p>
        </p:txBody>
      </p:sp>
      <p:sp>
        <p:nvSpPr>
          <p:cNvPr id="11" name="任意多边形: 形状 10"/>
          <p:cNvSpPr>
            <a:spLocks noGrp="1"/>
          </p:cNvSpPr>
          <p:nvPr>
            <p:ph type="pic" sz="quarter" idx="11"/>
          </p:nvPr>
        </p:nvSpPr>
        <p:spPr>
          <a:xfrm>
            <a:off x="8664082" y="4069080"/>
            <a:ext cx="1210661" cy="1086168"/>
          </a:xfrm>
          <a:custGeom>
            <a:avLst/>
            <a:gdLst>
              <a:gd name="connsiteX0" fmla="*/ 0 w 1210661"/>
              <a:gd name="connsiteY0" fmla="*/ 0 h 1086168"/>
              <a:gd name="connsiteX1" fmla="*/ 1210661 w 1210661"/>
              <a:gd name="connsiteY1" fmla="*/ 0 h 1086168"/>
              <a:gd name="connsiteX2" fmla="*/ 1210661 w 1210661"/>
              <a:gd name="connsiteY2" fmla="*/ 1086168 h 1086168"/>
              <a:gd name="connsiteX3" fmla="*/ 0 w 1210661"/>
              <a:gd name="connsiteY3" fmla="*/ 1086168 h 1086168"/>
            </a:gdLst>
            <a:ahLst/>
            <a:cxnLst>
              <a:cxn ang="0">
                <a:pos x="connsiteX0" y="connsiteY0"/>
              </a:cxn>
              <a:cxn ang="0">
                <a:pos x="connsiteX1" y="connsiteY1"/>
              </a:cxn>
              <a:cxn ang="0">
                <a:pos x="connsiteX2" y="connsiteY2"/>
              </a:cxn>
              <a:cxn ang="0">
                <a:pos x="connsiteX3" y="connsiteY3"/>
              </a:cxn>
            </a:cxnLst>
            <a:rect l="l" t="t" r="r" b="b"/>
            <a:pathLst>
              <a:path w="1210661" h="1086168">
                <a:moveTo>
                  <a:pt x="0" y="0"/>
                </a:moveTo>
                <a:lnTo>
                  <a:pt x="1210661" y="0"/>
                </a:lnTo>
                <a:lnTo>
                  <a:pt x="1210661" y="1086168"/>
                </a:lnTo>
                <a:lnTo>
                  <a:pt x="0" y="1086168"/>
                </a:lnTo>
                <a:close/>
              </a:path>
            </a:pathLst>
          </a:custGeom>
        </p:spPr>
        <p:txBody>
          <a:bodyPr wrap="square">
            <a:noAutofit/>
          </a:bodyPr>
          <a:lstStyle/>
          <a:p>
            <a:endParaRPr lang="zh-CN" altLang="en-US"/>
          </a:p>
        </p:txBody>
      </p:sp>
      <p:sp>
        <p:nvSpPr>
          <p:cNvPr id="12" name="任意多边形: 形状 11"/>
          <p:cNvSpPr>
            <a:spLocks noGrp="1"/>
          </p:cNvSpPr>
          <p:nvPr>
            <p:ph type="pic" sz="quarter" idx="12"/>
          </p:nvPr>
        </p:nvSpPr>
        <p:spPr>
          <a:xfrm>
            <a:off x="10070114" y="4069080"/>
            <a:ext cx="1210661" cy="1086168"/>
          </a:xfrm>
          <a:custGeom>
            <a:avLst/>
            <a:gdLst>
              <a:gd name="connsiteX0" fmla="*/ 0 w 1210661"/>
              <a:gd name="connsiteY0" fmla="*/ 0 h 1086168"/>
              <a:gd name="connsiteX1" fmla="*/ 1210661 w 1210661"/>
              <a:gd name="connsiteY1" fmla="*/ 0 h 1086168"/>
              <a:gd name="connsiteX2" fmla="*/ 1210661 w 1210661"/>
              <a:gd name="connsiteY2" fmla="*/ 1086168 h 1086168"/>
              <a:gd name="connsiteX3" fmla="*/ 0 w 1210661"/>
              <a:gd name="connsiteY3" fmla="*/ 1086168 h 1086168"/>
            </a:gdLst>
            <a:ahLst/>
            <a:cxnLst>
              <a:cxn ang="0">
                <a:pos x="connsiteX0" y="connsiteY0"/>
              </a:cxn>
              <a:cxn ang="0">
                <a:pos x="connsiteX1" y="connsiteY1"/>
              </a:cxn>
              <a:cxn ang="0">
                <a:pos x="connsiteX2" y="connsiteY2"/>
              </a:cxn>
              <a:cxn ang="0">
                <a:pos x="connsiteX3" y="connsiteY3"/>
              </a:cxn>
            </a:cxnLst>
            <a:rect l="l" t="t" r="r" b="b"/>
            <a:pathLst>
              <a:path w="1210661" h="1086168">
                <a:moveTo>
                  <a:pt x="0" y="0"/>
                </a:moveTo>
                <a:lnTo>
                  <a:pt x="1210661" y="0"/>
                </a:lnTo>
                <a:lnTo>
                  <a:pt x="1210661" y="1086168"/>
                </a:lnTo>
                <a:lnTo>
                  <a:pt x="0" y="1086168"/>
                </a:lnTo>
                <a:close/>
              </a:path>
            </a:pathLst>
          </a:custGeom>
        </p:spPr>
        <p:txBody>
          <a:bodyPr wrap="square">
            <a:noAutofit/>
          </a:bodyPr>
          <a:lstStyle/>
          <a:p>
            <a:endParaRPr lang="zh-CN" altLang="en-US"/>
          </a:p>
        </p:txBody>
      </p:sp>
    </p:spTree>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6112316" y="0"/>
            <a:ext cx="6079684" cy="6051112"/>
          </a:xfrm>
        </p:spPr>
        <p:txBody>
          <a:bodyPr/>
          <a:lstStyle/>
          <a:p>
            <a:endParaRPr lang="zh-CN" altLang="en-US"/>
          </a:p>
        </p:txBody>
      </p:sp>
      <p:sp>
        <p:nvSpPr>
          <p:cNvPr id="3" name="图片占位符 2"/>
          <p:cNvSpPr>
            <a:spLocks noGrp="1"/>
          </p:cNvSpPr>
          <p:nvPr>
            <p:ph type="pic" sz="quarter" idx="11"/>
          </p:nvPr>
        </p:nvSpPr>
        <p:spPr>
          <a:xfrm>
            <a:off x="911227" y="4095751"/>
            <a:ext cx="3603625" cy="2105025"/>
          </a:xfrm>
          <a:prstGeom prst="rect">
            <a:avLst/>
          </a:prstGeom>
        </p:spPr>
        <p:txBody>
          <a:bodyPr/>
          <a:lstStyle/>
          <a:p>
            <a:endParaRPr lang="zh-CN" altLang="en-US"/>
          </a:p>
        </p:txBody>
      </p:sp>
    </p:spTree>
  </p:cSld>
  <p:clrMapOvr>
    <a:masterClrMapping/>
  </p:clrMapOvr>
  <p:hf hd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4" Type="http://schemas.openxmlformats.org/officeDocument/2006/relationships/theme" Target="../theme/theme1.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Pemrograman Platform Khusus</a:t>
            </a: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hemeOverride" Target="../theme/themeOverride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11.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6.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10.png"/><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11.png"/><Relationship Id="rId1"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image" Target="../media/image12.png"/><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image" Target="../media/image13.png"/><Relationship Id="rId1" Type="http://schemas.openxmlformats.org/officeDocument/2006/relationships/image" Target="../media/image9.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9.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image" Target="../media/image14.png"/><Relationship Id="rId1" Type="http://schemas.openxmlformats.org/officeDocument/2006/relationships/image" Target="../media/image9.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image" Target="../media/image15.png"/><Relationship Id="rId1" Type="http://schemas.openxmlformats.org/officeDocument/2006/relationships/image" Target="../media/image9.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9.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image" Target="../media/image16.png"/><Relationship Id="rId1" Type="http://schemas.openxmlformats.org/officeDocument/2006/relationships/image" Target="../media/image9.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635" y="3803015"/>
            <a:ext cx="12190730" cy="1568450"/>
          </a:xfrm>
          <a:prstGeom prst="rect">
            <a:avLst/>
          </a:prstGeom>
          <a:noFill/>
        </p:spPr>
        <p:txBody>
          <a:bodyPr wrap="square" rtlCol="0">
            <a:spAutoFit/>
          </a:bodyPr>
          <a:lstStyle/>
          <a:p>
            <a:pPr algn="ctr"/>
            <a:r>
              <a:rPr lang="en-US" altLang="zh-CN" sz="4800" dirty="0">
                <a:solidFill>
                  <a:srgbClr val="3DDC84"/>
                </a:solidFill>
                <a:latin typeface="Open Sans Semibold" panose="020B0706030804020204" charset="0"/>
                <a:cs typeface="Open Sans Semibold" panose="020B0706030804020204" charset="0"/>
              </a:rPr>
              <a:t>Pengembangan </a:t>
            </a:r>
            <a:endParaRPr lang="en-US" altLang="zh-CN" sz="4800" dirty="0">
              <a:solidFill>
                <a:srgbClr val="3DDC84"/>
              </a:solidFill>
              <a:latin typeface="Open Sans Semibold" panose="020B0706030804020204" charset="0"/>
              <a:cs typeface="Open Sans Semibold" panose="020B0706030804020204" charset="0"/>
            </a:endParaRPr>
          </a:p>
          <a:p>
            <a:pPr algn="ctr"/>
            <a:r>
              <a:rPr lang="en-US" altLang="zh-CN" sz="4800" b="1" dirty="0">
                <a:solidFill>
                  <a:srgbClr val="3DDC84"/>
                </a:solidFill>
                <a:latin typeface="Open Sans Semibold" panose="020B0706030804020204" charset="0"/>
                <a:cs typeface="Open Sans Semibold" panose="020B0706030804020204" charset="0"/>
              </a:rPr>
              <a:t>Aplikasi Mobile</a:t>
            </a:r>
            <a:endParaRPr lang="en-US" altLang="zh-CN" sz="4800" b="1" dirty="0">
              <a:solidFill>
                <a:srgbClr val="3DDC84"/>
              </a:solidFill>
              <a:latin typeface="Open Sans Semibold" panose="020B0706030804020204" charset="0"/>
              <a:cs typeface="Open Sans Semibold" panose="020B0706030804020204" charset="0"/>
            </a:endParaRPr>
          </a:p>
        </p:txBody>
      </p:sp>
      <p:sp>
        <p:nvSpPr>
          <p:cNvPr id="27" name="矩形 26"/>
          <p:cNvSpPr/>
          <p:nvPr/>
        </p:nvSpPr>
        <p:spPr>
          <a:xfrm>
            <a:off x="3048635" y="5723329"/>
            <a:ext cx="6096000" cy="614045"/>
          </a:xfrm>
          <a:prstGeom prst="rect">
            <a:avLst/>
          </a:prstGeom>
        </p:spPr>
        <p:txBody>
          <a:bodyPr>
            <a:spAutoFit/>
          </a:bodyPr>
          <a:lstStyle/>
          <a:p>
            <a:pPr algn="ctr">
              <a:lnSpc>
                <a:spcPct val="100000"/>
              </a:lnSpc>
            </a:pPr>
            <a:r>
              <a:rPr lang="en-US" altLang="zh-CN" b="1" dirty="0">
                <a:solidFill>
                  <a:schemeClr val="bg1">
                    <a:lumMod val="65000"/>
                  </a:schemeClr>
                </a:solidFill>
              </a:rPr>
              <a:t>Pemrograman Platform Khusus</a:t>
            </a:r>
            <a:endParaRPr lang="en-US" altLang="zh-CN" sz="1600" dirty="0">
              <a:solidFill>
                <a:schemeClr val="bg1">
                  <a:lumMod val="65000"/>
                </a:schemeClr>
              </a:solidFill>
            </a:endParaRPr>
          </a:p>
          <a:p>
            <a:pPr algn="ctr">
              <a:lnSpc>
                <a:spcPct val="100000"/>
              </a:lnSpc>
            </a:pPr>
            <a:r>
              <a:rPr lang="en-US" altLang="zh-CN" sz="1600" dirty="0">
                <a:solidFill>
                  <a:schemeClr val="bg1">
                    <a:lumMod val="65000"/>
                  </a:schemeClr>
                </a:solidFill>
              </a:rPr>
              <a:t>Politeknik Statistika STIS, 2023</a:t>
            </a:r>
            <a:endParaRPr lang="en-US" altLang="zh-CN" sz="1600" dirty="0">
              <a:solidFill>
                <a:schemeClr val="bg1">
                  <a:lumMod val="65000"/>
                </a:schemeClr>
              </a:solidFill>
            </a:endParaRPr>
          </a:p>
        </p:txBody>
      </p:sp>
      <p:pic>
        <p:nvPicPr>
          <p:cNvPr id="2" name="Picture 1"/>
          <p:cNvPicPr/>
          <p:nvPr/>
        </p:nvPicPr>
        <p:blipFill>
          <a:blip r:embed="rId1"/>
          <a:stretch>
            <a:fillRect/>
          </a:stretch>
        </p:blipFill>
        <p:spPr>
          <a:xfrm>
            <a:off x="4205605" y="1621155"/>
            <a:ext cx="3780790" cy="2181860"/>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latin typeface="Segoe UI" panose="020B0502040204020203" charset="0"/>
                <a:cs typeface="Segoe UI" panose="020B0502040204020203" charset="0"/>
              </a:rPr>
              <a:t>Outline</a:t>
            </a:r>
            <a:endParaRPr lang="en-US" altLang="zh-CN" sz="3200">
              <a:latin typeface="Segoe UI" panose="020B0502040204020203" charset="0"/>
              <a:cs typeface="Segoe UI" panose="020B0502040204020203" charset="0"/>
            </a:endParaRPr>
          </a:p>
        </p:txBody>
      </p:sp>
      <p:sp>
        <p:nvSpPr>
          <p:cNvPr id="2" name="Text Box 1"/>
          <p:cNvSpPr txBox="1"/>
          <p:nvPr/>
        </p:nvSpPr>
        <p:spPr>
          <a:xfrm>
            <a:off x="3800475" y="2552700"/>
            <a:ext cx="5560695" cy="1753235"/>
          </a:xfrm>
          <a:prstGeom prst="rect">
            <a:avLst/>
          </a:prstGeom>
          <a:noFill/>
        </p:spPr>
        <p:txBody>
          <a:bodyPr wrap="square" rtlCol="0">
            <a:spAutoFit/>
          </a:bodyPr>
          <a:p>
            <a:pPr marL="457200" indent="-457200">
              <a:lnSpc>
                <a:spcPct val="150000"/>
              </a:lnSpc>
              <a:buFont typeface="Arial" panose="020B0604020202020204" pitchFamily="34" charset="0"/>
              <a:buAutoNum type="arabicPeriod"/>
            </a:pPr>
            <a:r>
              <a:rPr lang="en-US" sz="2400">
                <a:latin typeface="Open Sans" panose="020B0606030504020204" charset="0"/>
                <a:cs typeface="Open Sans" panose="020B0606030504020204" charset="0"/>
              </a:rPr>
              <a:t>Pengembangan Aplikasi Mobile</a:t>
            </a:r>
            <a:endParaRPr lang="en-US" sz="2400">
              <a:latin typeface="Open Sans" panose="020B0606030504020204" charset="0"/>
              <a:cs typeface="Open Sans" panose="020B0606030504020204" charset="0"/>
            </a:endParaRPr>
          </a:p>
          <a:p>
            <a:pPr marL="457200" indent="-457200">
              <a:lnSpc>
                <a:spcPct val="150000"/>
              </a:lnSpc>
              <a:buFont typeface="Arial" panose="020B0604020202020204" pitchFamily="34" charset="0"/>
              <a:buAutoNum type="arabicPeriod"/>
            </a:pPr>
            <a:r>
              <a:rPr lang="en-US" sz="2400">
                <a:latin typeface="Open Sans" panose="020B0606030504020204" charset="0"/>
                <a:cs typeface="Open Sans" panose="020B0606030504020204" charset="0"/>
              </a:rPr>
              <a:t>Pengenalan Android</a:t>
            </a:r>
            <a:endParaRPr lang="en-US" sz="2400">
              <a:latin typeface="Open Sans" panose="020B0606030504020204" charset="0"/>
              <a:cs typeface="Open Sans" panose="020B0606030504020204" charset="0"/>
            </a:endParaRPr>
          </a:p>
          <a:p>
            <a:pPr marL="457200" indent="-457200">
              <a:lnSpc>
                <a:spcPct val="150000"/>
              </a:lnSpc>
              <a:buFont typeface="Arial" panose="020B0604020202020204" pitchFamily="34" charset="0"/>
              <a:buAutoNum type="arabicPeriod"/>
            </a:pPr>
            <a:r>
              <a:rPr lang="en-US" sz="2400">
                <a:latin typeface="Open Sans" panose="020B0606030504020204" charset="0"/>
                <a:cs typeface="Open Sans" panose="020B0606030504020204" charset="0"/>
              </a:rPr>
              <a:t>Membangun Aplikasi Android</a:t>
            </a:r>
            <a:endParaRPr lang="en-US" sz="2400">
              <a:latin typeface="Open Sans" panose="020B0606030504020204" charset="0"/>
              <a:cs typeface="Open Sans" panose="020B060603050402020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DDC84"/>
        </a:solidFill>
        <a:effectLst/>
      </p:bgPr>
    </p:bg>
    <p:spTree>
      <p:nvGrpSpPr>
        <p:cNvPr id="1" name=""/>
        <p:cNvGrpSpPr/>
        <p:nvPr/>
      </p:nvGrpSpPr>
      <p:grpSpPr/>
      <p:sp>
        <p:nvSpPr>
          <p:cNvPr id="2" name="Text Box 1"/>
          <p:cNvSpPr txBox="1"/>
          <p:nvPr/>
        </p:nvSpPr>
        <p:spPr>
          <a:xfrm>
            <a:off x="1668780" y="2029460"/>
            <a:ext cx="9323070" cy="2799715"/>
          </a:xfrm>
          <a:prstGeom prst="rect">
            <a:avLst/>
          </a:prstGeom>
          <a:noFill/>
          <a:extLst>
            <a:ext uri="{909E8E84-426E-40DD-AFC4-6F175D3DCCD1}">
              <a14:hiddenFill xmlns:a14="http://schemas.microsoft.com/office/drawing/2010/main">
                <a:solidFill>
                  <a:schemeClr val="bg1"/>
                </a:solidFill>
              </a14:hiddenFill>
            </a:ext>
          </a:extLst>
        </p:spPr>
        <p:txBody>
          <a:bodyPr wrap="square" rtlCol="0" anchor="t">
            <a:spAutoFit/>
          </a:bodyPr>
          <a:p>
            <a:pPr algn="ctr"/>
            <a:r>
              <a:rPr lang="en-US" sz="4400" b="1">
                <a:solidFill>
                  <a:schemeClr val="bg1"/>
                </a:solidFill>
                <a:latin typeface="Open Sans" panose="020B0606030504020204" charset="0"/>
                <a:cs typeface="Open Sans" panose="020B0606030504020204" charset="0"/>
              </a:rPr>
              <a:t>Pengembangan Aplikasi Mobile</a:t>
            </a:r>
            <a:endParaRPr lang="en-US" sz="4400">
              <a:solidFill>
                <a:schemeClr val="bg1"/>
              </a:solidFill>
              <a:latin typeface="Open Sans" panose="020B0606030504020204" charset="0"/>
              <a:cs typeface="Open Sans" panose="020B0606030504020204" charset="0"/>
            </a:endParaRPr>
          </a:p>
          <a:p>
            <a:pPr algn="ctr"/>
            <a:r>
              <a:rPr lang="en-US" sz="4400">
                <a:solidFill>
                  <a:schemeClr val="bg1"/>
                </a:solidFill>
                <a:latin typeface="Open Sans Light" panose="020B0306030504020204" charset="0"/>
                <a:cs typeface="Open Sans Light" panose="020B0306030504020204" charset="0"/>
              </a:rPr>
              <a:t>“Proses pengembangan aplikasi yang akan dijalankan di perangkat </a:t>
            </a:r>
            <a:r>
              <a:rPr lang="en-US" sz="4400" b="1" i="1">
                <a:solidFill>
                  <a:schemeClr val="bg1"/>
                </a:solidFill>
                <a:latin typeface="Open Sans Light" panose="020B0306030504020204" charset="0"/>
                <a:cs typeface="Open Sans Light" panose="020B0306030504020204" charset="0"/>
              </a:rPr>
              <a:t>mobile</a:t>
            </a:r>
            <a:r>
              <a:rPr lang="en-US" sz="4400">
                <a:solidFill>
                  <a:schemeClr val="bg1"/>
                </a:solidFill>
                <a:latin typeface="Open Sans Light" panose="020B0306030504020204" charset="0"/>
                <a:cs typeface="Open Sans Light" panose="020B0306030504020204" charset="0"/>
              </a:rPr>
              <a:t>”</a:t>
            </a:r>
            <a:endParaRPr lang="en-US" sz="4400">
              <a:solidFill>
                <a:schemeClr val="bg1"/>
              </a:solidFill>
              <a:latin typeface="Open Sans Light" panose="020B0306030504020204" charset="0"/>
              <a:cs typeface="Open Sans Light" panose="020B030603050402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latin typeface="Segoe UI" panose="020B0502040204020203" charset="0"/>
                <a:cs typeface="Segoe UI" panose="020B0502040204020203" charset="0"/>
              </a:rPr>
              <a:t>Perangkat Mobile</a:t>
            </a:r>
            <a:endParaRPr lang="en-US" altLang="zh-CN" sz="3200">
              <a:latin typeface="Segoe UI" panose="020B0502040204020203" charset="0"/>
              <a:cs typeface="Segoe UI" panose="020B0502040204020203" charset="0"/>
            </a:endParaRPr>
          </a:p>
        </p:txBody>
      </p:sp>
      <p:sp>
        <p:nvSpPr>
          <p:cNvPr id="4" name="Text Box 3"/>
          <p:cNvSpPr txBox="1"/>
          <p:nvPr/>
        </p:nvSpPr>
        <p:spPr>
          <a:xfrm>
            <a:off x="4681220" y="1903730"/>
            <a:ext cx="4284980" cy="1198880"/>
          </a:xfrm>
          <a:prstGeom prst="rect">
            <a:avLst/>
          </a:prstGeom>
          <a:noFill/>
        </p:spPr>
        <p:txBody>
          <a:bodyPr wrap="square" rtlCol="0">
            <a:spAutoFit/>
          </a:bodyPr>
          <a:p>
            <a:pPr indent="0">
              <a:lnSpc>
                <a:spcPct val="100000"/>
              </a:lnSpc>
              <a:buFont typeface="Arial" panose="020B0604020202020204" pitchFamily="34" charset="0"/>
              <a:buNone/>
            </a:pPr>
            <a:r>
              <a:rPr lang="en-US" sz="2400">
                <a:latin typeface="Open Sans" panose="020B0606030504020204" charset="0"/>
                <a:cs typeface="Open Sans" panose="020B0606030504020204" charset="0"/>
              </a:rPr>
              <a:t>Lebih dari 78 persen penduduk dunia mempunyai </a:t>
            </a:r>
            <a:r>
              <a:rPr lang="en-US" sz="2400" i="1">
                <a:latin typeface="Open Sans" panose="020B0606030504020204" charset="0"/>
                <a:cs typeface="Open Sans" panose="020B0606030504020204" charset="0"/>
              </a:rPr>
              <a:t>smart phone.</a:t>
            </a:r>
            <a:endParaRPr lang="en-US" sz="2400">
              <a:latin typeface="Open Sans" panose="020B0606030504020204" charset="0"/>
              <a:cs typeface="Open Sans" panose="020B0606030504020204" charset="0"/>
            </a:endParaRPr>
          </a:p>
        </p:txBody>
      </p:sp>
      <p:sp>
        <p:nvSpPr>
          <p:cNvPr id="5" name="Text Box 4"/>
          <p:cNvSpPr txBox="1"/>
          <p:nvPr/>
        </p:nvSpPr>
        <p:spPr>
          <a:xfrm>
            <a:off x="3872230" y="1005205"/>
            <a:ext cx="7010400" cy="521970"/>
          </a:xfrm>
          <a:prstGeom prst="rect">
            <a:avLst/>
          </a:prstGeom>
          <a:noFill/>
        </p:spPr>
        <p:txBody>
          <a:bodyPr wrap="square" rtlCol="0">
            <a:spAutoFit/>
          </a:bodyPr>
          <a:p>
            <a:r>
              <a:rPr lang="en-US" sz="2800" b="1">
                <a:solidFill>
                  <a:srgbClr val="3DDC84"/>
                </a:solidFill>
                <a:latin typeface="Open Sans" panose="020B0606030504020204" charset="0"/>
                <a:cs typeface="Open Sans" panose="020B0606030504020204" charset="0"/>
              </a:rPr>
              <a:t>Mengapa perangkat mobile?</a:t>
            </a:r>
            <a:endParaRPr lang="en-US" sz="2800" b="1">
              <a:solidFill>
                <a:srgbClr val="3DDC84"/>
              </a:solidFill>
              <a:latin typeface="Open Sans" panose="020B0606030504020204" charset="0"/>
              <a:cs typeface="Open Sans" panose="020B0606030504020204" charset="0"/>
            </a:endParaRPr>
          </a:p>
        </p:txBody>
      </p:sp>
      <p:sp>
        <p:nvSpPr>
          <p:cNvPr id="6" name="Text Box 5"/>
          <p:cNvSpPr txBox="1"/>
          <p:nvPr/>
        </p:nvSpPr>
        <p:spPr>
          <a:xfrm>
            <a:off x="4681220" y="4046220"/>
            <a:ext cx="5575935" cy="1198880"/>
          </a:xfrm>
          <a:prstGeom prst="rect">
            <a:avLst/>
          </a:prstGeom>
          <a:noFill/>
        </p:spPr>
        <p:txBody>
          <a:bodyPr wrap="square" rtlCol="0">
            <a:spAutoFit/>
          </a:bodyPr>
          <a:p>
            <a:pPr indent="0">
              <a:lnSpc>
                <a:spcPct val="100000"/>
              </a:lnSpc>
              <a:buFont typeface="Arial" panose="020B0604020202020204" pitchFamily="34" charset="0"/>
              <a:buNone/>
            </a:pPr>
            <a:r>
              <a:rPr lang="en-US" sz="2400">
                <a:latin typeface="Open Sans" panose="020B0606030504020204" charset="0"/>
                <a:cs typeface="Open Sans" panose="020B0606030504020204" charset="0"/>
              </a:rPr>
              <a:t>Perangkat mobile memiliki banyak fitur: GPS, bluetooth, camera, microphone, dan fitur </a:t>
            </a:r>
            <a:r>
              <a:rPr lang="en-US" sz="2400" i="1">
                <a:latin typeface="Open Sans" panose="020B0606030504020204" charset="0"/>
                <a:cs typeface="Open Sans" panose="020B0606030504020204" charset="0"/>
              </a:rPr>
              <a:t>built-in</a:t>
            </a:r>
            <a:r>
              <a:rPr lang="en-US" sz="2400">
                <a:latin typeface="Open Sans" panose="020B0606030504020204" charset="0"/>
                <a:cs typeface="Open Sans" panose="020B0606030504020204" charset="0"/>
              </a:rPr>
              <a:t> lainnya.</a:t>
            </a:r>
            <a:endParaRPr lang="en-US" sz="2400">
              <a:latin typeface="Open Sans" panose="020B0606030504020204" charset="0"/>
              <a:cs typeface="Open Sans" panose="020B0606030504020204" charset="0"/>
            </a:endParaRPr>
          </a:p>
        </p:txBody>
      </p:sp>
      <p:pic>
        <p:nvPicPr>
          <p:cNvPr id="11" name="Picture Placeholder 10" descr="ic_phone_iphone_24px"/>
          <p:cNvPicPr>
            <a:picLocks noChangeAspect="1"/>
          </p:cNvPicPr>
          <p:nvPr>
            <p:ph type="pic" idx="10"/>
          </p:nvPr>
        </p:nvPicPr>
        <p:blipFill>
          <a:blip r:embed="rId1">
            <a:extLst>
              <a:ext uri="{96DAC541-7B7A-43D3-8B79-37D633B846F1}">
                <asvg:svgBlip xmlns:asvg="http://schemas.microsoft.com/office/drawing/2016/SVG/main" r:embed="rId2"/>
              </a:ext>
            </a:extLst>
          </a:blip>
          <a:stretch>
            <a:fillRect/>
          </a:stretch>
        </p:blipFill>
        <p:spPr>
          <a:xfrm>
            <a:off x="3787775" y="2028825"/>
            <a:ext cx="948055" cy="948055"/>
          </a:xfrm>
          <a:prstGeom prst="rect">
            <a:avLst/>
          </a:prstGeom>
        </p:spPr>
      </p:pic>
      <p:pic>
        <p:nvPicPr>
          <p:cNvPr id="12" name="Picture 11" descr="ic_gps_fixed_24px"/>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55390" y="4155440"/>
            <a:ext cx="980440" cy="98044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latin typeface="Segoe UI" panose="020B0502040204020203" charset="0"/>
                <a:cs typeface="Segoe UI" panose="020B0502040204020203" charset="0"/>
              </a:rPr>
              <a:t>Platform </a:t>
            </a:r>
            <a:endParaRPr lang="en-US" altLang="zh-CN" sz="3200">
              <a:latin typeface="Segoe UI" panose="020B0502040204020203" charset="0"/>
              <a:cs typeface="Segoe UI" panose="020B0502040204020203" charset="0"/>
            </a:endParaRPr>
          </a:p>
          <a:p>
            <a:pPr algn="ctr"/>
            <a:r>
              <a:rPr lang="en-US" altLang="zh-CN" sz="3200">
                <a:latin typeface="Segoe UI" panose="020B0502040204020203" charset="0"/>
                <a:cs typeface="Segoe UI" panose="020B0502040204020203" charset="0"/>
              </a:rPr>
              <a:t>Aplikasi Mobile</a:t>
            </a:r>
            <a:endParaRPr lang="en-US" altLang="zh-CN" sz="3200">
              <a:latin typeface="Segoe UI" panose="020B0502040204020203" charset="0"/>
              <a:cs typeface="Segoe UI" panose="020B0502040204020203" charset="0"/>
            </a:endParaRPr>
          </a:p>
        </p:txBody>
      </p:sp>
      <p:sp>
        <p:nvSpPr>
          <p:cNvPr id="4" name="Text Box 3"/>
          <p:cNvSpPr txBox="1"/>
          <p:nvPr/>
        </p:nvSpPr>
        <p:spPr>
          <a:xfrm>
            <a:off x="6045200" y="3895090"/>
            <a:ext cx="5029200" cy="2122805"/>
          </a:xfrm>
          <a:prstGeom prst="rect">
            <a:avLst/>
          </a:prstGeom>
          <a:noFill/>
        </p:spPr>
        <p:txBody>
          <a:bodyPr wrap="square" rtlCol="0">
            <a:spAutoFit/>
          </a:bodyPr>
          <a:p>
            <a:pPr indent="0">
              <a:lnSpc>
                <a:spcPct val="150000"/>
              </a:lnSpc>
              <a:buFont typeface="Arial" panose="020B0604020202020204" pitchFamily="34" charset="0"/>
              <a:buNone/>
            </a:pPr>
            <a:r>
              <a:rPr lang="en-US" sz="2400" b="1">
                <a:latin typeface="Open Sans" panose="020B0606030504020204" charset="0"/>
                <a:cs typeface="Open Sans" panose="020B0606030504020204" charset="0"/>
              </a:rPr>
              <a:t>iOS</a:t>
            </a:r>
            <a:r>
              <a:rPr lang="en-US" sz="2400">
                <a:latin typeface="Open Sans" panose="020B0606030504020204" charset="0"/>
                <a:cs typeface="Open Sans" panose="020B0606030504020204" charset="0"/>
              </a:rPr>
              <a:t> </a:t>
            </a:r>
            <a:endParaRPr lang="en-US" sz="2400">
              <a:latin typeface="Open Sans" panose="020B0606030504020204" charset="0"/>
              <a:cs typeface="Open Sans" panose="020B0606030504020204" charset="0"/>
            </a:endParaRPr>
          </a:p>
          <a:p>
            <a:pPr indent="0">
              <a:lnSpc>
                <a:spcPct val="100000"/>
              </a:lnSpc>
              <a:buFont typeface="Arial" panose="020B0604020202020204" pitchFamily="34" charset="0"/>
              <a:buNone/>
            </a:pPr>
            <a:r>
              <a:rPr lang="en-US" sz="2400">
                <a:latin typeface="Open Sans" panose="020B0606030504020204" charset="0"/>
                <a:cs typeface="Open Sans" panose="020B0606030504020204" charset="0"/>
              </a:rPr>
              <a:t>Sistem operasi dari Apple yang dibuat secara khusus untuk perangkat Apple seperti iPhone dan Mac. </a:t>
            </a:r>
            <a:endParaRPr lang="en-US" sz="2400">
              <a:latin typeface="Open Sans" panose="020B0606030504020204" charset="0"/>
              <a:cs typeface="Open Sans" panose="020B0606030504020204" charset="0"/>
            </a:endParaRPr>
          </a:p>
        </p:txBody>
      </p:sp>
      <p:sp>
        <p:nvSpPr>
          <p:cNvPr id="2" name="Text Box 1"/>
          <p:cNvSpPr txBox="1"/>
          <p:nvPr/>
        </p:nvSpPr>
        <p:spPr>
          <a:xfrm>
            <a:off x="6045200" y="1408430"/>
            <a:ext cx="4745990" cy="1630045"/>
          </a:xfrm>
          <a:prstGeom prst="rect">
            <a:avLst/>
          </a:prstGeom>
          <a:noFill/>
        </p:spPr>
        <p:txBody>
          <a:bodyPr wrap="square" rtlCol="0">
            <a:spAutoFit/>
          </a:bodyPr>
          <a:p>
            <a:r>
              <a:rPr lang="en-US" sz="2800" b="1">
                <a:latin typeface="Open Sans" panose="020B0606030504020204" charset="0"/>
                <a:cs typeface="Open Sans" panose="020B0606030504020204" charset="0"/>
              </a:rPr>
              <a:t>Android</a:t>
            </a:r>
            <a:endParaRPr lang="en-US">
              <a:latin typeface="Open Sans" panose="020B0606030504020204" charset="0"/>
              <a:cs typeface="Open Sans" panose="020B0606030504020204" charset="0"/>
            </a:endParaRPr>
          </a:p>
          <a:p>
            <a:pPr indent="0">
              <a:lnSpc>
                <a:spcPct val="100000"/>
              </a:lnSpc>
              <a:buFont typeface="Arial" panose="020B0604020202020204" pitchFamily="34" charset="0"/>
              <a:buNone/>
            </a:pPr>
            <a:r>
              <a:rPr lang="en-US" sz="2400">
                <a:latin typeface="Open Sans" panose="020B0606030504020204" charset="0"/>
                <a:cs typeface="Open Sans" panose="020B0606030504020204" charset="0"/>
              </a:rPr>
              <a:t>Sistem operasi dari Google yang dapat digunakan pada berbagai jenis perangkat.  </a:t>
            </a:r>
            <a:endParaRPr lang="en-US" sz="2400">
              <a:latin typeface="Open Sans" panose="020B0606030504020204" charset="0"/>
              <a:cs typeface="Open Sans" panose="020B0606030504020204" charset="0"/>
            </a:endParaRPr>
          </a:p>
        </p:txBody>
      </p:sp>
      <p:pic>
        <p:nvPicPr>
          <p:cNvPr id="3" name="Picture Placeholder 2"/>
          <p:cNvPicPr>
            <a:picLocks noChangeAspect="1"/>
          </p:cNvPicPr>
          <p:nvPr>
            <p:ph type="pic" idx="10"/>
          </p:nvPr>
        </p:nvPicPr>
        <p:blipFill>
          <a:blip r:embed="rId1"/>
          <a:stretch>
            <a:fillRect/>
          </a:stretch>
        </p:blipFill>
        <p:spPr>
          <a:xfrm>
            <a:off x="4327525" y="1882140"/>
            <a:ext cx="1207770" cy="682625"/>
          </a:xfrm>
          <a:prstGeom prst="rect">
            <a:avLst/>
          </a:prstGeom>
          <a:noFill/>
          <a:ln w="9525">
            <a:noFill/>
          </a:ln>
        </p:spPr>
      </p:pic>
      <p:pic>
        <p:nvPicPr>
          <p:cNvPr id="5" name="Picture 4" descr="icons8-ios-logo-100"/>
          <p:cNvPicPr>
            <a:picLocks noChangeAspect="1"/>
          </p:cNvPicPr>
          <p:nvPr/>
        </p:nvPicPr>
        <p:blipFill>
          <a:blip r:embed="rId2"/>
          <a:stretch>
            <a:fillRect/>
          </a:stretch>
        </p:blipFill>
        <p:spPr>
          <a:xfrm>
            <a:off x="4455160" y="4480560"/>
            <a:ext cx="952500" cy="9525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latin typeface="Segoe UI" panose="020B0502040204020203" charset="0"/>
                <a:cs typeface="Segoe UI" panose="020B0502040204020203" charset="0"/>
              </a:rPr>
              <a:t>Tipe Pengembangan </a:t>
            </a:r>
            <a:endParaRPr lang="en-US" altLang="zh-CN" sz="3200">
              <a:latin typeface="Segoe UI" panose="020B0502040204020203" charset="0"/>
              <a:cs typeface="Segoe UI" panose="020B0502040204020203" charset="0"/>
            </a:endParaRPr>
          </a:p>
          <a:p>
            <a:pPr algn="ctr"/>
            <a:r>
              <a:rPr lang="en-US" altLang="zh-CN" sz="3200">
                <a:latin typeface="Segoe UI" panose="020B0502040204020203" charset="0"/>
                <a:cs typeface="Segoe UI" panose="020B0502040204020203" charset="0"/>
              </a:rPr>
              <a:t>Aplikasi Mobile</a:t>
            </a:r>
            <a:endParaRPr lang="en-US" altLang="zh-CN" sz="3200">
              <a:latin typeface="Segoe UI" panose="020B0502040204020203" charset="0"/>
              <a:cs typeface="Segoe UI" panose="020B0502040204020203" charset="0"/>
            </a:endParaRPr>
          </a:p>
        </p:txBody>
      </p:sp>
      <p:sp>
        <p:nvSpPr>
          <p:cNvPr id="2" name="Text Box 1"/>
          <p:cNvSpPr txBox="1"/>
          <p:nvPr/>
        </p:nvSpPr>
        <p:spPr>
          <a:xfrm>
            <a:off x="3918585" y="2091055"/>
            <a:ext cx="7198995" cy="2676525"/>
          </a:xfrm>
          <a:prstGeom prst="rect">
            <a:avLst/>
          </a:prstGeom>
          <a:noFill/>
        </p:spPr>
        <p:txBody>
          <a:bodyPr wrap="square" rtlCol="0">
            <a:spAutoFit/>
          </a:bodyPr>
          <a:p>
            <a:pPr algn="l"/>
            <a:r>
              <a:rPr lang="en-US" sz="2400" b="1">
                <a:latin typeface="Open Sans" panose="020B0606030504020204" charset="0"/>
                <a:cs typeface="Open Sans" panose="020B0606030504020204" charset="0"/>
              </a:rPr>
              <a:t>Tipe Pengembangan Aplikasi Mobile:</a:t>
            </a:r>
            <a:endParaRPr lang="en-US" sz="2400">
              <a:latin typeface="Open Sans" panose="020B0606030504020204" charset="0"/>
              <a:cs typeface="Open Sans" panose="020B0606030504020204" charset="0"/>
            </a:endParaRPr>
          </a:p>
          <a:p>
            <a:pPr marL="457200" indent="-457200" algn="l">
              <a:lnSpc>
                <a:spcPct val="150000"/>
              </a:lnSpc>
              <a:buAutoNum type="arabicPeriod"/>
            </a:pPr>
            <a:r>
              <a:rPr lang="en-US" sz="2400">
                <a:latin typeface="Open Sans" panose="020B0606030504020204" charset="0"/>
                <a:cs typeface="Open Sans" panose="020B0606030504020204" charset="0"/>
                <a:sym typeface="+mn-ea"/>
              </a:rPr>
              <a:t>Native Mobile Application</a:t>
            </a:r>
            <a:endParaRPr lang="en-US" sz="2400">
              <a:latin typeface="Open Sans" panose="020B0606030504020204" charset="0"/>
              <a:cs typeface="Open Sans" panose="020B0606030504020204" charset="0"/>
            </a:endParaRPr>
          </a:p>
          <a:p>
            <a:pPr marL="457200" indent="-457200" algn="l">
              <a:lnSpc>
                <a:spcPct val="150000"/>
              </a:lnSpc>
              <a:buAutoNum type="arabicPeriod"/>
            </a:pPr>
            <a:r>
              <a:rPr lang="en-US" sz="2400">
                <a:latin typeface="Open Sans" panose="020B0606030504020204" charset="0"/>
                <a:cs typeface="Open Sans" panose="020B0606030504020204" charset="0"/>
              </a:rPr>
              <a:t>Hybrid Mobile Application</a:t>
            </a:r>
            <a:endParaRPr lang="en-US" sz="2400">
              <a:latin typeface="Open Sans" panose="020B0606030504020204" charset="0"/>
              <a:cs typeface="Open Sans" panose="020B0606030504020204" charset="0"/>
            </a:endParaRPr>
          </a:p>
          <a:p>
            <a:pPr marL="457200" indent="-457200" algn="l">
              <a:lnSpc>
                <a:spcPct val="150000"/>
              </a:lnSpc>
              <a:buAutoNum type="arabicPeriod"/>
            </a:pPr>
            <a:r>
              <a:rPr lang="en-US" sz="2400">
                <a:latin typeface="Open Sans" panose="020B0606030504020204" charset="0"/>
                <a:cs typeface="Open Sans" panose="020B0606030504020204" charset="0"/>
              </a:rPr>
              <a:t>Cross-Platform Native Mobile Applications </a:t>
            </a:r>
            <a:endParaRPr lang="en-US" sz="2400">
              <a:latin typeface="Open Sans" panose="020B0606030504020204" charset="0"/>
              <a:cs typeface="Open Sans" panose="020B0606030504020204" charset="0"/>
            </a:endParaRPr>
          </a:p>
          <a:p>
            <a:pPr marL="457200" indent="-457200" algn="l">
              <a:lnSpc>
                <a:spcPct val="150000"/>
              </a:lnSpc>
              <a:buAutoNum type="arabicPeriod"/>
            </a:pPr>
            <a:r>
              <a:rPr lang="en-US" sz="2400">
                <a:latin typeface="Open Sans" panose="020B0606030504020204" charset="0"/>
                <a:cs typeface="Open Sans" panose="020B0606030504020204" charset="0"/>
              </a:rPr>
              <a:t>Progressive Web Applications</a:t>
            </a:r>
            <a:endParaRPr lang="en-US" sz="2400">
              <a:latin typeface="Open Sans" panose="020B0606030504020204" charset="0"/>
              <a:cs typeface="Open Sans" panose="020B060603050402020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latin typeface="Segoe UI" panose="020B0502040204020203" charset="0"/>
                <a:cs typeface="Segoe UI" panose="020B0502040204020203" charset="0"/>
              </a:rPr>
              <a:t>Native Mobile Application</a:t>
            </a:r>
            <a:endParaRPr lang="en-US" altLang="zh-CN" sz="3200">
              <a:latin typeface="Segoe UI" panose="020B0502040204020203" charset="0"/>
              <a:cs typeface="Segoe UI" panose="020B0502040204020203" charset="0"/>
            </a:endParaRPr>
          </a:p>
        </p:txBody>
      </p:sp>
      <p:sp>
        <p:nvSpPr>
          <p:cNvPr id="2" name="Text Box 1"/>
          <p:cNvSpPr txBox="1"/>
          <p:nvPr/>
        </p:nvSpPr>
        <p:spPr>
          <a:xfrm>
            <a:off x="3821430" y="1443990"/>
            <a:ext cx="7776210" cy="3969385"/>
          </a:xfrm>
          <a:prstGeom prst="rect">
            <a:avLst/>
          </a:prstGeom>
          <a:noFill/>
        </p:spPr>
        <p:txBody>
          <a:bodyPr wrap="square" rtlCol="0">
            <a:spAutoFit/>
          </a:bodyPr>
          <a:p>
            <a:pPr marL="342900" indent="-342900">
              <a:lnSpc>
                <a:spcPct val="150000"/>
              </a:lnSpc>
              <a:buFont typeface="Arial" panose="020B0604020202020204" pitchFamily="34" charset="0"/>
              <a:buChar char="•"/>
            </a:pPr>
            <a:r>
              <a:rPr lang="en-US" sz="2400">
                <a:latin typeface="Open Sans" panose="020B0606030504020204" charset="0"/>
                <a:cs typeface="Open Sans" panose="020B0606030504020204" charset="0"/>
              </a:rPr>
              <a:t>Menggunakan bahasa pemrograman asli dari platform tujuan. </a:t>
            </a:r>
            <a:endParaRPr lang="en-US" sz="2400">
              <a:latin typeface="Open Sans" panose="020B0606030504020204" charset="0"/>
              <a:cs typeface="Open Sans" panose="020B0606030504020204" charset="0"/>
            </a:endParaRPr>
          </a:p>
          <a:p>
            <a:pPr marL="800100" lvl="1" indent="-342900">
              <a:lnSpc>
                <a:spcPct val="150000"/>
              </a:lnSpc>
              <a:buFont typeface="Wingdings" panose="05000000000000000000" charset="0"/>
              <a:buChar char="§"/>
            </a:pPr>
            <a:r>
              <a:rPr lang="en-US" sz="2400">
                <a:latin typeface="Open Sans" panose="020B0606030504020204" charset="0"/>
                <a:cs typeface="Open Sans" panose="020B0606030504020204" charset="0"/>
              </a:rPr>
              <a:t>Android: Java dan Kotlin</a:t>
            </a:r>
            <a:endParaRPr lang="en-US" sz="2400">
              <a:latin typeface="Open Sans" panose="020B0606030504020204" charset="0"/>
              <a:cs typeface="Open Sans" panose="020B0606030504020204" charset="0"/>
            </a:endParaRPr>
          </a:p>
          <a:p>
            <a:pPr marL="800100" lvl="1" indent="-342900">
              <a:lnSpc>
                <a:spcPct val="150000"/>
              </a:lnSpc>
              <a:buFont typeface="Wingdings" panose="05000000000000000000" charset="0"/>
              <a:buChar char="§"/>
            </a:pPr>
            <a:r>
              <a:rPr lang="en-US" sz="2400">
                <a:latin typeface="Open Sans" panose="020B0606030504020204" charset="0"/>
                <a:cs typeface="Open Sans" panose="020B0606030504020204" charset="0"/>
              </a:rPr>
              <a:t>iOS: Object-C dan C </a:t>
            </a:r>
            <a:endParaRPr lang="en-US" sz="2400">
              <a:latin typeface="Open Sans" panose="020B0606030504020204" charset="0"/>
              <a:cs typeface="Open Sans" panose="020B0606030504020204" charset="0"/>
            </a:endParaRPr>
          </a:p>
          <a:p>
            <a:pPr marL="342900" indent="-342900">
              <a:lnSpc>
                <a:spcPct val="150000"/>
              </a:lnSpc>
              <a:buFont typeface="Arial" panose="020B0604020202020204" pitchFamily="34" charset="0"/>
              <a:buChar char="•"/>
            </a:pPr>
            <a:r>
              <a:rPr lang="en-US" sz="2400">
                <a:latin typeface="Open Sans" panose="020B0606030504020204" charset="0"/>
                <a:cs typeface="Open Sans" panose="020B0606030504020204" charset="0"/>
              </a:rPr>
              <a:t>Biaya pengembangan cukup tinggi karena fokus pada satu sistem operasi</a:t>
            </a:r>
            <a:endParaRPr lang="en-US" sz="2400">
              <a:latin typeface="Open Sans" panose="020B0606030504020204" charset="0"/>
              <a:cs typeface="Open Sans" panose="020B0606030504020204" charset="0"/>
            </a:endParaRPr>
          </a:p>
          <a:p>
            <a:pPr marL="342900" indent="-342900">
              <a:lnSpc>
                <a:spcPct val="150000"/>
              </a:lnSpc>
              <a:buFont typeface="Arial" panose="020B0604020202020204" pitchFamily="34" charset="0"/>
              <a:buChar char="•"/>
            </a:pPr>
            <a:r>
              <a:rPr lang="en-US" sz="2400">
                <a:latin typeface="Open Sans" panose="020B0606030504020204" charset="0"/>
                <a:cs typeface="Open Sans" panose="020B0606030504020204" charset="0"/>
              </a:rPr>
              <a:t>Menjanjikan performa yang lebih baik</a:t>
            </a:r>
            <a:endParaRPr lang="en-US" sz="2400">
              <a:latin typeface="Open Sans" panose="020B0606030504020204" charset="0"/>
              <a:cs typeface="Open Sans" panose="020B060603050402020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latin typeface="Segoe UI" panose="020B0502040204020203" charset="0"/>
                <a:cs typeface="Segoe UI" panose="020B0502040204020203" charset="0"/>
              </a:rPr>
              <a:t>Hybrid Mobile Application</a:t>
            </a:r>
            <a:endParaRPr lang="en-US" altLang="zh-CN" sz="3200">
              <a:latin typeface="Segoe UI" panose="020B0502040204020203" charset="0"/>
              <a:cs typeface="Segoe UI" panose="020B0502040204020203" charset="0"/>
            </a:endParaRPr>
          </a:p>
        </p:txBody>
      </p:sp>
      <p:sp>
        <p:nvSpPr>
          <p:cNvPr id="2" name="Text Box 1"/>
          <p:cNvSpPr txBox="1"/>
          <p:nvPr/>
        </p:nvSpPr>
        <p:spPr>
          <a:xfrm>
            <a:off x="3886835" y="1167765"/>
            <a:ext cx="7776210" cy="5077460"/>
          </a:xfrm>
          <a:prstGeom prst="rect">
            <a:avLst/>
          </a:prstGeom>
          <a:noFill/>
        </p:spPr>
        <p:txBody>
          <a:bodyPr wrap="square" rtlCol="0">
            <a:spAutoFit/>
          </a:bodyPr>
          <a:p>
            <a:pPr marL="342900" indent="-342900">
              <a:lnSpc>
                <a:spcPct val="150000"/>
              </a:lnSpc>
              <a:buFont typeface="Arial" panose="020B0604020202020204" pitchFamily="34" charset="0"/>
              <a:buChar char="•"/>
            </a:pPr>
            <a:r>
              <a:rPr lang="en-US" sz="2400">
                <a:latin typeface="Open Sans" panose="020B0606030504020204" charset="0"/>
                <a:cs typeface="Open Sans" panose="020B0606030504020204" charset="0"/>
              </a:rPr>
              <a:t>Single code base untuk banyak platform aplikasi mobile</a:t>
            </a:r>
            <a:endParaRPr lang="en-US" sz="2400">
              <a:latin typeface="Open Sans" panose="020B0606030504020204" charset="0"/>
              <a:cs typeface="Open Sans" panose="020B0606030504020204" charset="0"/>
            </a:endParaRPr>
          </a:p>
          <a:p>
            <a:pPr marL="342900" indent="-342900">
              <a:lnSpc>
                <a:spcPct val="150000"/>
              </a:lnSpc>
              <a:buFont typeface="Arial" panose="020B0604020202020204" pitchFamily="34" charset="0"/>
              <a:buChar char="•"/>
            </a:pPr>
            <a:r>
              <a:rPr lang="en-US" sz="2400">
                <a:latin typeface="Open Sans" panose="020B0606030504020204" charset="0"/>
                <a:cs typeface="Open Sans" panose="020B0606030504020204" charset="0"/>
              </a:rPr>
              <a:t>Menggunakan teknologi standar web (CSS, HTML, Javascript) yang dibungkus dalam satu web container.</a:t>
            </a:r>
            <a:endParaRPr lang="en-US" sz="2400">
              <a:latin typeface="Open Sans" panose="020B0606030504020204" charset="0"/>
              <a:cs typeface="Open Sans" panose="020B0606030504020204" charset="0"/>
            </a:endParaRPr>
          </a:p>
          <a:p>
            <a:pPr marL="342900" indent="-342900">
              <a:lnSpc>
                <a:spcPct val="150000"/>
              </a:lnSpc>
              <a:buFont typeface="Arial" panose="020B0604020202020204" pitchFamily="34" charset="0"/>
              <a:buChar char="•"/>
            </a:pPr>
            <a:r>
              <a:rPr lang="en-US" sz="2400">
                <a:latin typeface="Open Sans" panose="020B0606030504020204" charset="0"/>
                <a:cs typeface="Open Sans" panose="020B0606030504020204" charset="0"/>
              </a:rPr>
              <a:t>Contoh: PhoneGap dan Cordova</a:t>
            </a:r>
            <a:endParaRPr lang="en-US" sz="2400">
              <a:latin typeface="Open Sans" panose="020B0606030504020204" charset="0"/>
              <a:cs typeface="Open Sans" panose="020B0606030504020204" charset="0"/>
            </a:endParaRPr>
          </a:p>
          <a:p>
            <a:pPr marL="342900" indent="-342900">
              <a:lnSpc>
                <a:spcPct val="150000"/>
              </a:lnSpc>
              <a:buFont typeface="Arial" panose="020B0604020202020204" pitchFamily="34" charset="0"/>
              <a:buChar char="•"/>
            </a:pPr>
            <a:r>
              <a:rPr lang="en-US" sz="2400">
                <a:latin typeface="Open Sans" panose="020B0606030504020204" charset="0"/>
                <a:cs typeface="Open Sans" panose="020B0606030504020204" charset="0"/>
              </a:rPr>
              <a:t>Proses pengembangan mudah dan biaya relatif lebih terjangkau.</a:t>
            </a:r>
            <a:endParaRPr lang="en-US" sz="2400">
              <a:latin typeface="Open Sans" panose="020B0606030504020204" charset="0"/>
              <a:cs typeface="Open Sans" panose="020B0606030504020204" charset="0"/>
            </a:endParaRPr>
          </a:p>
          <a:p>
            <a:pPr marL="342900" indent="-342900">
              <a:lnSpc>
                <a:spcPct val="150000"/>
              </a:lnSpc>
              <a:buFont typeface="Arial" panose="020B0604020202020204" pitchFamily="34" charset="0"/>
              <a:buChar char="•"/>
            </a:pPr>
            <a:r>
              <a:rPr lang="en-US" sz="2400">
                <a:latin typeface="Open Sans" panose="020B0606030504020204" charset="0"/>
                <a:cs typeface="Open Sans" panose="020B0606030504020204" charset="0"/>
              </a:rPr>
              <a:t>Performa tidak sebagus </a:t>
            </a:r>
            <a:r>
              <a:rPr lang="en-US" sz="2400" i="1">
                <a:latin typeface="Open Sans" panose="020B0606030504020204" charset="0"/>
                <a:cs typeface="Open Sans" panose="020B0606030504020204" charset="0"/>
              </a:rPr>
              <a:t>native mobile application</a:t>
            </a:r>
            <a:r>
              <a:rPr lang="en-US" sz="2400">
                <a:latin typeface="Open Sans" panose="020B0606030504020204" charset="0"/>
                <a:cs typeface="Open Sans" panose="020B0606030504020204" charset="0"/>
              </a:rPr>
              <a:t>.</a:t>
            </a:r>
            <a:endParaRPr lang="en-US" sz="2400">
              <a:latin typeface="Open Sans" panose="020B0606030504020204" charset="0"/>
              <a:cs typeface="Open Sans" panose="020B060603050402020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latin typeface="Segoe UI" panose="020B0502040204020203" charset="0"/>
                <a:cs typeface="Segoe UI" panose="020B0502040204020203" charset="0"/>
              </a:rPr>
              <a:t>Cross-Platform Native Mobile Applications</a:t>
            </a:r>
            <a:endParaRPr lang="en-US" altLang="zh-CN" sz="3200">
              <a:latin typeface="Segoe UI" panose="020B0502040204020203" charset="0"/>
              <a:cs typeface="Segoe UI" panose="020B0502040204020203" charset="0"/>
            </a:endParaRPr>
          </a:p>
        </p:txBody>
      </p:sp>
      <p:sp>
        <p:nvSpPr>
          <p:cNvPr id="2" name="Text Box 1"/>
          <p:cNvSpPr txBox="1"/>
          <p:nvPr/>
        </p:nvSpPr>
        <p:spPr>
          <a:xfrm>
            <a:off x="3886835" y="1167765"/>
            <a:ext cx="7776210" cy="4523105"/>
          </a:xfrm>
          <a:prstGeom prst="rect">
            <a:avLst/>
          </a:prstGeom>
          <a:noFill/>
        </p:spPr>
        <p:txBody>
          <a:bodyPr wrap="square" rtlCol="0">
            <a:spAutoFit/>
          </a:bodyPr>
          <a:p>
            <a:pPr marL="342900" indent="-342900">
              <a:lnSpc>
                <a:spcPct val="150000"/>
              </a:lnSpc>
              <a:buFont typeface="Arial" panose="020B0604020202020204" pitchFamily="34" charset="0"/>
              <a:buChar char="•"/>
            </a:pPr>
            <a:r>
              <a:rPr lang="en-US" sz="2400">
                <a:latin typeface="Open Sans" panose="020B0606030504020204" charset="0"/>
                <a:cs typeface="Open Sans" panose="020B0606030504020204" charset="0"/>
              </a:rPr>
              <a:t>Single code base untuk banyak platform aplikasi mobile</a:t>
            </a:r>
            <a:endParaRPr lang="en-US" sz="2400">
              <a:latin typeface="Open Sans" panose="020B0606030504020204" charset="0"/>
              <a:cs typeface="Open Sans" panose="020B0606030504020204" charset="0"/>
            </a:endParaRPr>
          </a:p>
          <a:p>
            <a:pPr marL="342900" indent="-342900">
              <a:lnSpc>
                <a:spcPct val="150000"/>
              </a:lnSpc>
              <a:buFont typeface="Arial" panose="020B0604020202020204" pitchFamily="34" charset="0"/>
              <a:buChar char="•"/>
            </a:pPr>
            <a:r>
              <a:rPr lang="en-US" sz="2400">
                <a:latin typeface="Open Sans" panose="020B0606030504020204" charset="0"/>
                <a:cs typeface="Open Sans" panose="020B0606030504020204" charset="0"/>
              </a:rPr>
              <a:t>Menggunakan native engine untuk rendering</a:t>
            </a:r>
            <a:endParaRPr lang="en-US" sz="2400">
              <a:latin typeface="Open Sans" panose="020B0606030504020204" charset="0"/>
              <a:cs typeface="Open Sans" panose="020B0606030504020204" charset="0"/>
            </a:endParaRPr>
          </a:p>
          <a:p>
            <a:pPr marL="342900" indent="-342900">
              <a:lnSpc>
                <a:spcPct val="150000"/>
              </a:lnSpc>
              <a:buFont typeface="Arial" panose="020B0604020202020204" pitchFamily="34" charset="0"/>
              <a:buChar char="•"/>
            </a:pPr>
            <a:r>
              <a:rPr lang="en-US" sz="2400">
                <a:latin typeface="Open Sans" panose="020B0606030504020204" charset="0"/>
                <a:cs typeface="Open Sans" panose="020B0606030504020204" charset="0"/>
              </a:rPr>
              <a:t>Contoh: Flutter, Xamarin, dan React Native</a:t>
            </a:r>
            <a:endParaRPr lang="en-US" sz="2400">
              <a:latin typeface="Open Sans" panose="020B0606030504020204" charset="0"/>
              <a:cs typeface="Open Sans" panose="020B0606030504020204" charset="0"/>
            </a:endParaRPr>
          </a:p>
          <a:p>
            <a:pPr marL="342900" indent="-342900">
              <a:lnSpc>
                <a:spcPct val="150000"/>
              </a:lnSpc>
              <a:buFont typeface="Arial" panose="020B0604020202020204" pitchFamily="34" charset="0"/>
              <a:buChar char="•"/>
            </a:pPr>
            <a:r>
              <a:rPr lang="en-US" sz="2400">
                <a:latin typeface="Open Sans" panose="020B0606030504020204" charset="0"/>
                <a:cs typeface="Open Sans" panose="020B0606030504020204" charset="0"/>
              </a:rPr>
              <a:t>Proses pengembangan mudah dan biaya relatif lebih terjangkau.</a:t>
            </a:r>
            <a:endParaRPr lang="en-US" sz="2400">
              <a:latin typeface="Open Sans" panose="020B0606030504020204" charset="0"/>
              <a:cs typeface="Open Sans" panose="020B0606030504020204" charset="0"/>
            </a:endParaRPr>
          </a:p>
          <a:p>
            <a:pPr marL="342900" indent="-342900">
              <a:lnSpc>
                <a:spcPct val="150000"/>
              </a:lnSpc>
              <a:buFont typeface="Arial" panose="020B0604020202020204" pitchFamily="34" charset="0"/>
              <a:buChar char="•"/>
            </a:pPr>
            <a:r>
              <a:rPr lang="en-US" sz="2400">
                <a:latin typeface="Open Sans" panose="020B0606030504020204" charset="0"/>
                <a:cs typeface="Open Sans" panose="020B0606030504020204" charset="0"/>
              </a:rPr>
              <a:t>Menjanjikan performa UX yang dapat bersaing dengan hybrid.</a:t>
            </a:r>
            <a:endParaRPr lang="en-US" sz="2400">
              <a:latin typeface="Open Sans" panose="020B0606030504020204" charset="0"/>
              <a:cs typeface="Open Sans" panose="020B060603050402020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latin typeface="Segoe UI" panose="020B0502040204020203" charset="0"/>
                <a:cs typeface="Segoe UI" panose="020B0502040204020203" charset="0"/>
              </a:rPr>
              <a:t>Progressive Web Applications</a:t>
            </a:r>
            <a:endParaRPr lang="en-US" altLang="zh-CN" sz="3200">
              <a:latin typeface="Segoe UI" panose="020B0502040204020203" charset="0"/>
              <a:cs typeface="Segoe UI" panose="020B0502040204020203" charset="0"/>
            </a:endParaRPr>
          </a:p>
          <a:p>
            <a:pPr algn="ctr"/>
            <a:r>
              <a:rPr lang="en-US" altLang="zh-CN" sz="3200">
                <a:latin typeface="Segoe UI" panose="020B0502040204020203" charset="0"/>
                <a:cs typeface="Segoe UI" panose="020B0502040204020203" charset="0"/>
              </a:rPr>
              <a:t>(PWA)</a:t>
            </a:r>
            <a:endParaRPr lang="en-US" altLang="zh-CN" sz="3200">
              <a:latin typeface="Segoe UI" panose="020B0502040204020203" charset="0"/>
              <a:cs typeface="Segoe UI" panose="020B0502040204020203" charset="0"/>
            </a:endParaRPr>
          </a:p>
        </p:txBody>
      </p:sp>
      <p:sp>
        <p:nvSpPr>
          <p:cNvPr id="2" name="Text Box 1"/>
          <p:cNvSpPr txBox="1"/>
          <p:nvPr/>
        </p:nvSpPr>
        <p:spPr>
          <a:xfrm>
            <a:off x="3853815" y="1443990"/>
            <a:ext cx="7776210" cy="3969385"/>
          </a:xfrm>
          <a:prstGeom prst="rect">
            <a:avLst/>
          </a:prstGeom>
          <a:noFill/>
        </p:spPr>
        <p:txBody>
          <a:bodyPr wrap="square" rtlCol="0">
            <a:spAutoFit/>
          </a:bodyPr>
          <a:p>
            <a:pPr marL="342900" indent="-342900">
              <a:lnSpc>
                <a:spcPct val="150000"/>
              </a:lnSpc>
              <a:buFont typeface="Arial" panose="020B0604020202020204" pitchFamily="34" charset="0"/>
              <a:buChar char="•"/>
            </a:pPr>
            <a:r>
              <a:rPr lang="en-US" sz="2400">
                <a:latin typeface="Open Sans" panose="020B0606030504020204" charset="0"/>
                <a:cs typeface="Open Sans" panose="020B0606030504020204" charset="0"/>
              </a:rPr>
              <a:t>Aplikasi berbasis web dengan tampilan mobile yang dapat mengakses </a:t>
            </a:r>
            <a:r>
              <a:rPr lang="en-US" sz="2400" i="1">
                <a:latin typeface="Open Sans" panose="020B0606030504020204" charset="0"/>
                <a:cs typeface="Open Sans" panose="020B0606030504020204" charset="0"/>
              </a:rPr>
              <a:t>native mobile experience</a:t>
            </a:r>
            <a:r>
              <a:rPr lang="en-US" sz="2400">
                <a:latin typeface="Open Sans" panose="020B0606030504020204" charset="0"/>
                <a:cs typeface="Open Sans" panose="020B0606030504020204" charset="0"/>
              </a:rPr>
              <a:t>.</a:t>
            </a:r>
            <a:endParaRPr lang="en-US" sz="2400">
              <a:latin typeface="Open Sans" panose="020B0606030504020204" charset="0"/>
              <a:cs typeface="Open Sans" panose="020B0606030504020204" charset="0"/>
            </a:endParaRPr>
          </a:p>
          <a:p>
            <a:pPr marL="342900" indent="-342900">
              <a:lnSpc>
                <a:spcPct val="150000"/>
              </a:lnSpc>
              <a:buFont typeface="Arial" panose="020B0604020202020204" pitchFamily="34" charset="0"/>
              <a:buChar char="•"/>
            </a:pPr>
            <a:r>
              <a:rPr lang="en-US" sz="2400">
                <a:latin typeface="Open Sans" panose="020B0606030504020204" charset="0"/>
                <a:cs typeface="Open Sans" panose="020B0606030504020204" charset="0"/>
              </a:rPr>
              <a:t>Diakses melalui web browser tanpa harus mengunduh dan menginstal aplikasi.</a:t>
            </a:r>
            <a:endParaRPr lang="en-US" sz="2400">
              <a:latin typeface="Open Sans" panose="020B0606030504020204" charset="0"/>
              <a:cs typeface="Open Sans" panose="020B0606030504020204" charset="0"/>
            </a:endParaRPr>
          </a:p>
          <a:p>
            <a:pPr marL="342900" indent="-342900">
              <a:lnSpc>
                <a:spcPct val="150000"/>
              </a:lnSpc>
              <a:buFont typeface="Arial" panose="020B0604020202020204" pitchFamily="34" charset="0"/>
              <a:buChar char="•"/>
            </a:pPr>
            <a:r>
              <a:rPr lang="en-US" sz="2400">
                <a:latin typeface="Open Sans" panose="020B0606030504020204" charset="0"/>
                <a:cs typeface="Open Sans" panose="020B0606030504020204" charset="0"/>
              </a:rPr>
              <a:t>Contoh aplikasi: Instagram versi mobile.</a:t>
            </a:r>
            <a:endParaRPr lang="en-US" sz="2400">
              <a:latin typeface="Open Sans" panose="020B0606030504020204" charset="0"/>
              <a:cs typeface="Open Sans" panose="020B0606030504020204" charset="0"/>
            </a:endParaRPr>
          </a:p>
          <a:p>
            <a:pPr marL="342900" indent="-342900">
              <a:lnSpc>
                <a:spcPct val="150000"/>
              </a:lnSpc>
              <a:buFont typeface="Arial" panose="020B0604020202020204" pitchFamily="34" charset="0"/>
              <a:buChar char="•"/>
            </a:pPr>
            <a:r>
              <a:rPr lang="en-US" sz="2400">
                <a:latin typeface="Open Sans" panose="020B0606030504020204" charset="0"/>
                <a:cs typeface="Open Sans" panose="020B0606030504020204" charset="0"/>
              </a:rPr>
              <a:t>Pengembangan dan maintanace lebih mudah dibandingkan dengan native mobile apps</a:t>
            </a:r>
            <a:endParaRPr lang="en-US" sz="2400">
              <a:latin typeface="Open Sans" panose="020B0606030504020204" charset="0"/>
              <a:cs typeface="Open Sans" panose="020B060603050402020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latin typeface="Segoe UI" panose="020B0502040204020203" charset="0"/>
                <a:cs typeface="Segoe UI" panose="020B0502040204020203" charset="0"/>
              </a:rPr>
              <a:t>Bagaimana memilih tipe pengembangan aplikasi mobile? </a:t>
            </a:r>
            <a:endParaRPr lang="en-US" altLang="zh-CN" sz="3200">
              <a:latin typeface="Segoe UI" panose="020B0502040204020203" charset="0"/>
              <a:cs typeface="Segoe UI" panose="020B0502040204020203" charset="0"/>
            </a:endParaRPr>
          </a:p>
        </p:txBody>
      </p:sp>
      <p:sp>
        <p:nvSpPr>
          <p:cNvPr id="2" name="Text Box 1"/>
          <p:cNvSpPr txBox="1"/>
          <p:nvPr/>
        </p:nvSpPr>
        <p:spPr>
          <a:xfrm>
            <a:off x="3919220" y="1075055"/>
            <a:ext cx="7776210" cy="4707890"/>
          </a:xfrm>
          <a:prstGeom prst="rect">
            <a:avLst/>
          </a:prstGeom>
          <a:noFill/>
        </p:spPr>
        <p:txBody>
          <a:bodyPr wrap="square" rtlCol="0">
            <a:spAutoFit/>
          </a:bodyPr>
          <a:p>
            <a:pPr indent="0">
              <a:lnSpc>
                <a:spcPct val="100000"/>
              </a:lnSpc>
              <a:buFont typeface="Arial" panose="020B0604020202020204" pitchFamily="34" charset="0"/>
              <a:buNone/>
            </a:pPr>
            <a:r>
              <a:rPr lang="en-US" sz="2400" b="1">
                <a:latin typeface="Open Sans" panose="020B0606030504020204" charset="0"/>
                <a:cs typeface="Open Sans" panose="020B0606030504020204" charset="0"/>
              </a:rPr>
              <a:t>Pertimbangan dalam memilih tipe pengembangan aplikasi mobile:</a:t>
            </a:r>
            <a:endParaRPr lang="en-US" sz="2400" b="1">
              <a:latin typeface="Open Sans" panose="020B0606030504020204" charset="0"/>
              <a:cs typeface="Open Sans" panose="020B0606030504020204" charset="0"/>
            </a:endParaRPr>
          </a:p>
          <a:p>
            <a:pPr marL="342900" indent="-342900">
              <a:lnSpc>
                <a:spcPct val="150000"/>
              </a:lnSpc>
              <a:buFont typeface="Arial" panose="020B0604020202020204" pitchFamily="34" charset="0"/>
              <a:buChar char="•"/>
            </a:pPr>
            <a:r>
              <a:rPr lang="en-US" sz="2400">
                <a:latin typeface="Open Sans" panose="020B0606030504020204" charset="0"/>
                <a:cs typeface="Open Sans" panose="020B0606030504020204" charset="0"/>
              </a:rPr>
              <a:t>Berapa lama proses pengembangan?</a:t>
            </a:r>
            <a:endParaRPr lang="en-US" sz="2400">
              <a:latin typeface="Open Sans" panose="020B0606030504020204" charset="0"/>
              <a:cs typeface="Open Sans" panose="020B0606030504020204" charset="0"/>
            </a:endParaRPr>
          </a:p>
          <a:p>
            <a:pPr marL="342900" indent="-342900">
              <a:lnSpc>
                <a:spcPct val="150000"/>
              </a:lnSpc>
              <a:buFont typeface="Arial" panose="020B0604020202020204" pitchFamily="34" charset="0"/>
              <a:buChar char="•"/>
            </a:pPr>
            <a:r>
              <a:rPr lang="en-US" sz="2400">
                <a:latin typeface="Open Sans" panose="020B0606030504020204" charset="0"/>
                <a:cs typeface="Open Sans" panose="020B0606030504020204" charset="0"/>
              </a:rPr>
              <a:t>Berapa banyak budget yang siap dikucurkan?</a:t>
            </a:r>
            <a:endParaRPr lang="en-US" sz="2400">
              <a:latin typeface="Open Sans" panose="020B0606030504020204" charset="0"/>
              <a:cs typeface="Open Sans" panose="020B0606030504020204" charset="0"/>
            </a:endParaRPr>
          </a:p>
          <a:p>
            <a:pPr marL="342900" indent="-342900">
              <a:lnSpc>
                <a:spcPct val="150000"/>
              </a:lnSpc>
              <a:buFont typeface="Arial" panose="020B0604020202020204" pitchFamily="34" charset="0"/>
              <a:buChar char="•"/>
            </a:pPr>
            <a:r>
              <a:rPr lang="en-US" sz="2400">
                <a:latin typeface="Open Sans" panose="020B0606030504020204" charset="0"/>
                <a:cs typeface="Open Sans" panose="020B0606030504020204" charset="0"/>
              </a:rPr>
              <a:t>Seperti apa UX yang diinginkan?</a:t>
            </a:r>
            <a:endParaRPr lang="en-US" sz="2400">
              <a:latin typeface="Open Sans" panose="020B0606030504020204" charset="0"/>
              <a:cs typeface="Open Sans" panose="020B0606030504020204" charset="0"/>
            </a:endParaRPr>
          </a:p>
          <a:p>
            <a:pPr marL="342900" indent="-342900">
              <a:lnSpc>
                <a:spcPct val="150000"/>
              </a:lnSpc>
              <a:buFont typeface="Arial" panose="020B0604020202020204" pitchFamily="34" charset="0"/>
              <a:buChar char="•"/>
            </a:pPr>
            <a:r>
              <a:rPr lang="en-US" sz="2400">
                <a:latin typeface="Open Sans" panose="020B0606030504020204" charset="0"/>
                <a:cs typeface="Open Sans" panose="020B0606030504020204" charset="0"/>
              </a:rPr>
              <a:t>Bagaimana dengan resource computing dan native feature?</a:t>
            </a:r>
            <a:endParaRPr lang="en-US" sz="2400">
              <a:latin typeface="Open Sans" panose="020B0606030504020204" charset="0"/>
              <a:cs typeface="Open Sans" panose="020B0606030504020204" charset="0"/>
            </a:endParaRPr>
          </a:p>
          <a:p>
            <a:pPr marL="342900" indent="-342900">
              <a:lnSpc>
                <a:spcPct val="150000"/>
              </a:lnSpc>
              <a:buFont typeface="Arial" panose="020B0604020202020204" pitchFamily="34" charset="0"/>
              <a:buChar char="•"/>
            </a:pPr>
            <a:r>
              <a:rPr lang="en-US" sz="2400">
                <a:latin typeface="Open Sans" panose="020B0606030504020204" charset="0"/>
                <a:cs typeface="Open Sans" panose="020B0606030504020204" charset="0"/>
              </a:rPr>
              <a:t>Adakah resource yang dapat melakukan maintenance?</a:t>
            </a:r>
            <a:endParaRPr lang="en-US" sz="2400">
              <a:latin typeface="Open Sans" panose="020B0606030504020204" charset="0"/>
              <a:cs typeface="Open Sans" panose="020B060603050402020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DDC84"/>
        </a:solidFill>
        <a:effectLst/>
      </p:bgPr>
    </p:bg>
    <p:spTree>
      <p:nvGrpSpPr>
        <p:cNvPr id="1" name=""/>
        <p:cNvGrpSpPr/>
        <p:nvPr/>
      </p:nvGrpSpPr>
      <p:grpSpPr/>
      <p:sp>
        <p:nvSpPr>
          <p:cNvPr id="2" name="Text Box 1"/>
          <p:cNvSpPr txBox="1"/>
          <p:nvPr/>
        </p:nvSpPr>
        <p:spPr>
          <a:xfrm>
            <a:off x="1690370" y="3970655"/>
            <a:ext cx="8811260" cy="1445260"/>
          </a:xfrm>
          <a:prstGeom prst="rect">
            <a:avLst/>
          </a:prstGeom>
          <a:noFill/>
          <a:extLst>
            <a:ext uri="{909E8E84-426E-40DD-AFC4-6F175D3DCCD1}">
              <a14:hiddenFill xmlns:a14="http://schemas.microsoft.com/office/drawing/2010/main">
                <a:solidFill>
                  <a:schemeClr val="bg1"/>
                </a:solidFill>
              </a14:hiddenFill>
            </a:ext>
          </a:extLst>
        </p:spPr>
        <p:txBody>
          <a:bodyPr wrap="square" rtlCol="0" anchor="t">
            <a:spAutoFit/>
          </a:bodyPr>
          <a:p>
            <a:pPr algn="ctr"/>
            <a:r>
              <a:rPr lang="en-US" sz="4400">
                <a:solidFill>
                  <a:schemeClr val="bg1"/>
                </a:solidFill>
              </a:rPr>
              <a:t>Pengembangan Aplikasi Mobile berbasis Android</a:t>
            </a:r>
            <a:endParaRPr lang="en-US" sz="4400">
              <a:solidFill>
                <a:schemeClr val="bg1"/>
              </a:solidFill>
            </a:endParaRPr>
          </a:p>
        </p:txBody>
      </p:sp>
      <p:pic>
        <p:nvPicPr>
          <p:cNvPr id="3" name="Picture Placeholder 2"/>
          <p:cNvPicPr>
            <a:picLocks noChangeAspect="1"/>
          </p:cNvPicPr>
          <p:nvPr>
            <p:ph type="pic" idx="10"/>
          </p:nvPr>
        </p:nvPicPr>
        <p:blipFill>
          <a:blip r:embed="rId1">
            <a:biLevel thresh="50000"/>
          </a:blip>
          <a:stretch>
            <a:fillRect/>
          </a:stretch>
        </p:blipFill>
        <p:spPr>
          <a:xfrm>
            <a:off x="4229100" y="1861185"/>
            <a:ext cx="3733800" cy="2109470"/>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latin typeface="Segoe UI" panose="020B0502040204020203" charset="0"/>
                <a:cs typeface="Segoe UI" panose="020B0502040204020203" charset="0"/>
              </a:rPr>
              <a:t>Pengenalan Android</a:t>
            </a:r>
            <a:endParaRPr lang="en-US" altLang="zh-CN" sz="3200">
              <a:latin typeface="Segoe UI" panose="020B0502040204020203" charset="0"/>
              <a:cs typeface="Segoe UI" panose="020B0502040204020203" charset="0"/>
            </a:endParaRPr>
          </a:p>
        </p:txBody>
      </p:sp>
      <p:sp>
        <p:nvSpPr>
          <p:cNvPr id="2" name="Text Box 1"/>
          <p:cNvSpPr txBox="1"/>
          <p:nvPr/>
        </p:nvSpPr>
        <p:spPr>
          <a:xfrm>
            <a:off x="3819525" y="982345"/>
            <a:ext cx="7776210" cy="4892675"/>
          </a:xfrm>
          <a:prstGeom prst="rect">
            <a:avLst/>
          </a:prstGeom>
          <a:noFill/>
        </p:spPr>
        <p:txBody>
          <a:bodyPr wrap="square" rtlCol="0">
            <a:spAutoFit/>
          </a:bodyPr>
          <a:p>
            <a:pPr marL="342900" indent="-342900">
              <a:lnSpc>
                <a:spcPct val="100000"/>
              </a:lnSpc>
              <a:buFont typeface="Arial" panose="020B0604020202020204" pitchFamily="34" charset="0"/>
              <a:buChar char="•"/>
            </a:pPr>
            <a:r>
              <a:rPr lang="en-US" sz="2400">
                <a:latin typeface="Open Sans" panose="020B0606030504020204" charset="0"/>
                <a:cs typeface="Open Sans" panose="020B0606030504020204" charset="0"/>
              </a:rPr>
              <a:t>Android adalah sistem operasi berbasis Linux yang dirancang untuk perangkat layar sentuh seperti </a:t>
            </a:r>
            <a:r>
              <a:rPr lang="en-US" sz="2400" i="1">
                <a:latin typeface="Open Sans" panose="020B0606030504020204" charset="0"/>
                <a:cs typeface="Open Sans" panose="020B0606030504020204" charset="0"/>
              </a:rPr>
              <a:t>smart-phone</a:t>
            </a:r>
            <a:r>
              <a:rPr lang="en-US" sz="2400">
                <a:latin typeface="Open Sans" panose="020B0606030504020204" charset="0"/>
                <a:cs typeface="Open Sans" panose="020B0606030504020204" charset="0"/>
              </a:rPr>
              <a:t> atau </a:t>
            </a:r>
            <a:r>
              <a:rPr lang="en-US" sz="2400" i="1">
                <a:latin typeface="Open Sans" panose="020B0606030504020204" charset="0"/>
                <a:cs typeface="Open Sans" panose="020B0606030504020204" charset="0"/>
              </a:rPr>
              <a:t>tablet</a:t>
            </a:r>
            <a:r>
              <a:rPr lang="en-US" sz="2400">
                <a:latin typeface="Open Sans" panose="020B0606030504020204" charset="0"/>
                <a:cs typeface="Open Sans" panose="020B0606030504020204" charset="0"/>
              </a:rPr>
              <a:t>.</a:t>
            </a:r>
            <a:endParaRPr lang="en-US" sz="2400">
              <a:latin typeface="Open Sans" panose="020B0606030504020204" charset="0"/>
              <a:cs typeface="Open Sans" panose="020B0606030504020204" charset="0"/>
            </a:endParaRPr>
          </a:p>
          <a:p>
            <a:pPr marL="342900" indent="-342900">
              <a:lnSpc>
                <a:spcPct val="100000"/>
              </a:lnSpc>
              <a:buFont typeface="Arial" panose="020B0604020202020204" pitchFamily="34" charset="0"/>
              <a:buChar char="•"/>
            </a:pPr>
            <a:endParaRPr lang="en-US" sz="2400">
              <a:latin typeface="Open Sans" panose="020B0606030504020204" charset="0"/>
              <a:cs typeface="Open Sans" panose="020B0606030504020204" charset="0"/>
            </a:endParaRPr>
          </a:p>
          <a:p>
            <a:pPr marL="342900" indent="-342900">
              <a:lnSpc>
                <a:spcPct val="100000"/>
              </a:lnSpc>
              <a:buFont typeface="Arial" panose="020B0604020202020204" pitchFamily="34" charset="0"/>
              <a:buChar char="•"/>
            </a:pPr>
            <a:r>
              <a:rPr lang="en-US" sz="2400">
                <a:latin typeface="Open Sans" panose="020B0606030504020204" charset="0"/>
                <a:cs typeface="Open Sans" panose="020B0606030504020204" charset="0"/>
              </a:rPr>
              <a:t>Awalnya dikembangkan oleh Android Inc. tahun 2003 kemudian diakuisisi oleh Google pada tahun 2005.</a:t>
            </a:r>
            <a:endParaRPr lang="en-US" sz="2400">
              <a:latin typeface="Open Sans" panose="020B0606030504020204" charset="0"/>
              <a:cs typeface="Open Sans" panose="020B0606030504020204" charset="0"/>
            </a:endParaRPr>
          </a:p>
          <a:p>
            <a:pPr marL="342900" indent="-342900">
              <a:lnSpc>
                <a:spcPct val="100000"/>
              </a:lnSpc>
              <a:buFont typeface="Arial" panose="020B0604020202020204" pitchFamily="34" charset="0"/>
              <a:buChar char="•"/>
            </a:pPr>
            <a:endParaRPr lang="en-US" sz="2400">
              <a:latin typeface="Open Sans" panose="020B0606030504020204" charset="0"/>
              <a:cs typeface="Open Sans" panose="020B0606030504020204" charset="0"/>
            </a:endParaRPr>
          </a:p>
          <a:p>
            <a:pPr marL="342900" indent="-342900">
              <a:lnSpc>
                <a:spcPct val="100000"/>
              </a:lnSpc>
              <a:buFont typeface="Arial" panose="020B0604020202020204" pitchFamily="34" charset="0"/>
              <a:buChar char="•"/>
            </a:pPr>
            <a:r>
              <a:rPr lang="en-US" sz="2400">
                <a:latin typeface="Open Sans" panose="020B0606030504020204" charset="0"/>
                <a:cs typeface="Open Sans" panose="020B0606030504020204" charset="0"/>
              </a:rPr>
              <a:t>Tahun 2007 sistem operasi Android dirilis secara resmi dan tahun 2008 ponsel Android pertama mulai dijual.</a:t>
            </a:r>
            <a:endParaRPr lang="en-US" sz="2400">
              <a:latin typeface="Open Sans" panose="020B0606030504020204" charset="0"/>
              <a:cs typeface="Open Sans" panose="020B0606030504020204" charset="0"/>
            </a:endParaRPr>
          </a:p>
          <a:p>
            <a:pPr marL="342900" indent="-342900">
              <a:lnSpc>
                <a:spcPct val="100000"/>
              </a:lnSpc>
              <a:buFont typeface="Arial" panose="020B0604020202020204" pitchFamily="34" charset="0"/>
              <a:buChar char="•"/>
            </a:pPr>
            <a:endParaRPr lang="en-US" sz="2400">
              <a:latin typeface="Open Sans" panose="020B0606030504020204" charset="0"/>
              <a:cs typeface="Open Sans" panose="020B0606030504020204" charset="0"/>
            </a:endParaRPr>
          </a:p>
          <a:p>
            <a:pPr marL="342900" indent="-342900">
              <a:lnSpc>
                <a:spcPct val="100000"/>
              </a:lnSpc>
              <a:buFont typeface="Arial" panose="020B0604020202020204" pitchFamily="34" charset="0"/>
              <a:buChar char="•"/>
            </a:pPr>
            <a:r>
              <a:rPr lang="en-US" sz="2400">
                <a:latin typeface="Open Sans" panose="020B0606030504020204" charset="0"/>
                <a:cs typeface="Open Sans" panose="020B0606030504020204" charset="0"/>
              </a:rPr>
              <a:t>Homepage: https://www.android.com/ </a:t>
            </a:r>
            <a:endParaRPr lang="en-US" sz="2400">
              <a:latin typeface="Open Sans" panose="020B0606030504020204" charset="0"/>
              <a:cs typeface="Open Sans" panose="020B060603050402020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latin typeface="Segoe UI" panose="020B0502040204020203" charset="0"/>
                <a:cs typeface="Segoe UI" panose="020B0502040204020203" charset="0"/>
              </a:rPr>
              <a:t>Pengembangan Aplikasi Android</a:t>
            </a:r>
            <a:endParaRPr lang="en-US" altLang="zh-CN" sz="3200">
              <a:latin typeface="Segoe UI" panose="020B0502040204020203" charset="0"/>
              <a:cs typeface="Segoe UI" panose="020B0502040204020203" charset="0"/>
            </a:endParaRPr>
          </a:p>
        </p:txBody>
      </p:sp>
      <p:sp>
        <p:nvSpPr>
          <p:cNvPr id="2" name="Text Box 1"/>
          <p:cNvSpPr txBox="1"/>
          <p:nvPr/>
        </p:nvSpPr>
        <p:spPr>
          <a:xfrm>
            <a:off x="3830320" y="1167130"/>
            <a:ext cx="7776210" cy="4523105"/>
          </a:xfrm>
          <a:prstGeom prst="rect">
            <a:avLst/>
          </a:prstGeom>
          <a:noFill/>
        </p:spPr>
        <p:txBody>
          <a:bodyPr wrap="square" rtlCol="0">
            <a:spAutoFit/>
          </a:bodyPr>
          <a:p>
            <a:pPr marL="342900" indent="-342900">
              <a:lnSpc>
                <a:spcPct val="100000"/>
              </a:lnSpc>
              <a:buFont typeface="Arial" panose="020B0604020202020204" pitchFamily="34" charset="0"/>
              <a:buChar char="•"/>
            </a:pPr>
            <a:r>
              <a:rPr lang="en-US" sz="2400">
                <a:latin typeface="Open Sans" panose="020B0606030504020204" charset="0"/>
                <a:cs typeface="Open Sans" panose="020B0606030504020204" charset="0"/>
                <a:sym typeface="+mn-ea"/>
              </a:rPr>
              <a:t>Bahasa pemrograman yang didukung: Java, C++, dan Kotlin.</a:t>
            </a:r>
            <a:endParaRPr lang="en-US" sz="2400">
              <a:latin typeface="Open Sans" panose="020B0606030504020204" charset="0"/>
              <a:cs typeface="Open Sans" panose="020B0606030504020204" charset="0"/>
            </a:endParaRPr>
          </a:p>
          <a:p>
            <a:pPr marL="342900" indent="-342900">
              <a:lnSpc>
                <a:spcPct val="100000"/>
              </a:lnSpc>
              <a:buFont typeface="Arial" panose="020B0604020202020204" pitchFamily="34" charset="0"/>
              <a:buChar char="•"/>
            </a:pPr>
            <a:endParaRPr lang="en-US" sz="2400">
              <a:latin typeface="Open Sans" panose="020B0606030504020204" charset="0"/>
              <a:cs typeface="Open Sans" panose="020B0606030504020204" charset="0"/>
            </a:endParaRPr>
          </a:p>
          <a:p>
            <a:pPr marL="342900" indent="-342900">
              <a:lnSpc>
                <a:spcPct val="100000"/>
              </a:lnSpc>
              <a:buFont typeface="Arial" panose="020B0604020202020204" pitchFamily="34" charset="0"/>
              <a:buChar char="•"/>
            </a:pPr>
            <a:r>
              <a:rPr lang="en-US" sz="2400">
                <a:latin typeface="Open Sans" panose="020B0606030504020204" charset="0"/>
                <a:cs typeface="Open Sans" panose="020B0606030504020204" charset="0"/>
                <a:sym typeface="+mn-ea"/>
              </a:rPr>
              <a:t>Pengembangan Android menggunakan </a:t>
            </a:r>
            <a:r>
              <a:rPr lang="en-US" sz="2400" b="1">
                <a:latin typeface="Open Sans" panose="020B0606030504020204" charset="0"/>
                <a:cs typeface="Open Sans" panose="020B0606030504020204" charset="0"/>
                <a:sym typeface="+mn-ea"/>
              </a:rPr>
              <a:t>Android SDK (Software Development Kit).</a:t>
            </a:r>
            <a:endParaRPr lang="en-US" sz="2400" b="1">
              <a:latin typeface="Open Sans" panose="020B0606030504020204" charset="0"/>
              <a:cs typeface="Open Sans" panose="020B0606030504020204" charset="0"/>
            </a:endParaRPr>
          </a:p>
          <a:p>
            <a:pPr marL="342900" indent="-342900">
              <a:lnSpc>
                <a:spcPct val="100000"/>
              </a:lnSpc>
              <a:buFont typeface="Arial" panose="020B0604020202020204" pitchFamily="34" charset="0"/>
              <a:buChar char="•"/>
            </a:pPr>
            <a:endParaRPr lang="en-US" sz="2400" b="1">
              <a:latin typeface="Open Sans" panose="020B0606030504020204" charset="0"/>
              <a:cs typeface="Open Sans" panose="020B0606030504020204" charset="0"/>
            </a:endParaRPr>
          </a:p>
          <a:p>
            <a:pPr marL="342900" indent="-342900">
              <a:lnSpc>
                <a:spcPct val="100000"/>
              </a:lnSpc>
              <a:buFont typeface="Arial" panose="020B0604020202020204" pitchFamily="34" charset="0"/>
              <a:buChar char="•"/>
            </a:pPr>
            <a:r>
              <a:rPr lang="en-US" sz="2400" b="1">
                <a:latin typeface="Open Sans" panose="020B0606030504020204" charset="0"/>
                <a:cs typeface="Open Sans" panose="020B0606030504020204" charset="0"/>
                <a:sym typeface="+mn-ea"/>
              </a:rPr>
              <a:t>Android SDK </a:t>
            </a:r>
            <a:r>
              <a:rPr lang="en-US" sz="2400">
                <a:latin typeface="Open Sans" panose="020B0606030504020204" charset="0"/>
                <a:cs typeface="Open Sans" panose="020B0606030504020204" charset="0"/>
                <a:sym typeface="+mn-ea"/>
              </a:rPr>
              <a:t>terdapat beberapa tools seperti debugger, software libraries, emulator, dokumentasi, sample code dan tutorial.</a:t>
            </a:r>
            <a:endParaRPr lang="en-US" sz="2400" b="1">
              <a:latin typeface="Open Sans" panose="020B0606030504020204" charset="0"/>
              <a:cs typeface="Open Sans" panose="020B0606030504020204" charset="0"/>
            </a:endParaRPr>
          </a:p>
          <a:p>
            <a:pPr marL="342900" indent="-342900">
              <a:lnSpc>
                <a:spcPct val="100000"/>
              </a:lnSpc>
              <a:buFont typeface="Arial" panose="020B0604020202020204" pitchFamily="34" charset="0"/>
              <a:buChar char="•"/>
            </a:pPr>
            <a:endParaRPr lang="en-US" sz="2400" b="1">
              <a:latin typeface="Open Sans" panose="020B0606030504020204" charset="0"/>
              <a:cs typeface="Open Sans" panose="020B0606030504020204" charset="0"/>
            </a:endParaRPr>
          </a:p>
          <a:p>
            <a:pPr marL="342900" indent="-342900">
              <a:lnSpc>
                <a:spcPct val="100000"/>
              </a:lnSpc>
              <a:buFont typeface="Arial" panose="020B0604020202020204" pitchFamily="34" charset="0"/>
              <a:buChar char="•"/>
            </a:pPr>
            <a:r>
              <a:rPr lang="en-US" sz="2400">
                <a:latin typeface="Open Sans" panose="020B0606030504020204" charset="0"/>
                <a:cs typeface="Open Sans" panose="020B0606030504020204" charset="0"/>
                <a:sym typeface="+mn-ea"/>
              </a:rPr>
              <a:t>IDE yang digunakan untuk pengembangan: </a:t>
            </a:r>
            <a:r>
              <a:rPr lang="en-US" sz="2400" b="1">
                <a:latin typeface="Open Sans" panose="020B0606030504020204" charset="0"/>
                <a:cs typeface="Open Sans" panose="020B0606030504020204" charset="0"/>
                <a:sym typeface="+mn-ea"/>
              </a:rPr>
              <a:t>Android Studio.</a:t>
            </a:r>
            <a:endParaRPr lang="en-US" sz="2400" b="1">
              <a:latin typeface="Open Sans" panose="020B0606030504020204" charset="0"/>
              <a:cs typeface="Open Sans" panose="020B060603050402020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lvl="0" indent="0" algn="ctr" rtl="0">
              <a:spcBef>
                <a:spcPts val="0"/>
              </a:spcBef>
              <a:spcAft>
                <a:spcPts val="0"/>
              </a:spcAft>
              <a:buNone/>
            </a:pPr>
            <a:r>
              <a:rPr lang="en-US" sz="3200">
                <a:sym typeface="+mn-ea"/>
              </a:rPr>
              <a:t>Kompabilitas Android</a:t>
            </a:r>
            <a:endParaRPr lang="en-US" altLang="zh-CN" sz="3200">
              <a:latin typeface="Segoe UI" panose="020B0502040204020203" charset="0"/>
              <a:cs typeface="Segoe UI" panose="020B0502040204020203" charset="0"/>
            </a:endParaRPr>
          </a:p>
        </p:txBody>
      </p:sp>
      <p:sp>
        <p:nvSpPr>
          <p:cNvPr id="4" name="Text Box 3"/>
          <p:cNvSpPr txBox="1"/>
          <p:nvPr/>
        </p:nvSpPr>
        <p:spPr>
          <a:xfrm>
            <a:off x="3620770" y="1167765"/>
            <a:ext cx="8009890" cy="4523105"/>
          </a:xfrm>
          <a:prstGeom prst="rect">
            <a:avLst/>
          </a:prstGeom>
          <a:noFill/>
        </p:spPr>
        <p:txBody>
          <a:bodyPr wrap="square" rtlCol="0" anchor="t">
            <a:spAutoFit/>
          </a:bodyPr>
          <a:p>
            <a:pPr marL="457200" lvl="0" indent="-311150" algn="l" rtl="0">
              <a:spcBef>
                <a:spcPts val="0"/>
              </a:spcBef>
              <a:spcAft>
                <a:spcPts val="0"/>
              </a:spcAft>
              <a:buSzPts val="1300"/>
              <a:buChar char="●"/>
            </a:pPr>
            <a:r>
              <a:rPr lang="en-US" sz="2400">
                <a:latin typeface="Open Sans" panose="020B0606030504020204" charset="0"/>
                <a:cs typeface="Open Sans" panose="020B0606030504020204" charset="0"/>
                <a:sym typeface="+mn-ea"/>
              </a:rPr>
              <a:t>Android adalah sistem operasi </a:t>
            </a:r>
            <a:r>
              <a:rPr lang="en-US" sz="2400" i="1">
                <a:latin typeface="Open Sans" panose="020B0606030504020204" charset="0"/>
                <a:cs typeface="Open Sans" panose="020B0606030504020204" charset="0"/>
                <a:sym typeface="+mn-ea"/>
              </a:rPr>
              <a:t>open source</a:t>
            </a:r>
            <a:r>
              <a:rPr lang="en-US" sz="2400">
                <a:latin typeface="Open Sans" panose="020B0606030504020204" charset="0"/>
                <a:cs typeface="Open Sans" panose="020B0606030504020204" charset="0"/>
                <a:sym typeface="+mn-ea"/>
              </a:rPr>
              <a:t>. Banyak vendor membuat </a:t>
            </a:r>
            <a:r>
              <a:rPr lang="en-US" sz="2400" i="1">
                <a:latin typeface="Open Sans" panose="020B0606030504020204" charset="0"/>
                <a:cs typeface="Open Sans" panose="020B0606030504020204" charset="0"/>
                <a:sym typeface="+mn-ea"/>
              </a:rPr>
              <a:t>device</a:t>
            </a:r>
            <a:r>
              <a:rPr lang="en-US" sz="2400">
                <a:latin typeface="Open Sans" panose="020B0606030504020204" charset="0"/>
                <a:cs typeface="Open Sans" panose="020B0606030504020204" charset="0"/>
                <a:sym typeface="+mn-ea"/>
              </a:rPr>
              <a:t> menggunakan Android.</a:t>
            </a:r>
            <a:endParaRPr lang="en-US" sz="2400">
              <a:latin typeface="Open Sans" panose="020B0606030504020204" charset="0"/>
              <a:cs typeface="Open Sans" panose="020B0606030504020204" charset="0"/>
              <a:sym typeface="+mn-ea"/>
            </a:endParaRPr>
          </a:p>
          <a:p>
            <a:pPr marL="457200" lvl="0" indent="-311150" algn="l" rtl="0">
              <a:spcBef>
                <a:spcPts val="0"/>
              </a:spcBef>
              <a:spcAft>
                <a:spcPts val="0"/>
              </a:spcAft>
              <a:buSzPts val="1300"/>
              <a:buChar char="●"/>
            </a:pPr>
            <a:endParaRPr lang="en-US" sz="2400">
              <a:latin typeface="Open Sans" panose="020B0606030504020204" charset="0"/>
              <a:cs typeface="Open Sans" panose="020B0606030504020204" charset="0"/>
              <a:sym typeface="+mn-ea"/>
            </a:endParaRPr>
          </a:p>
          <a:p>
            <a:pPr marL="457200" lvl="0" indent="-311150" algn="l" rtl="0">
              <a:spcBef>
                <a:spcPts val="0"/>
              </a:spcBef>
              <a:spcAft>
                <a:spcPts val="0"/>
              </a:spcAft>
              <a:buSzPts val="1300"/>
              <a:buChar char="●"/>
            </a:pPr>
            <a:r>
              <a:rPr lang="en-US" sz="2400">
                <a:latin typeface="Open Sans" panose="020B0606030504020204" charset="0"/>
                <a:cs typeface="Open Sans" panose="020B0606030504020204" charset="0"/>
                <a:sym typeface="+mn-ea"/>
              </a:rPr>
              <a:t>Dalam pengembangan aplikasi Android, perlu dipastikan kode program bisa berjalan di </a:t>
            </a:r>
            <a:r>
              <a:rPr lang="en-US" sz="2400" i="1">
                <a:latin typeface="Open Sans" panose="020B0606030504020204" charset="0"/>
                <a:cs typeface="Open Sans" panose="020B0606030504020204" charset="0"/>
                <a:sym typeface="+mn-ea"/>
              </a:rPr>
              <a:t>device</a:t>
            </a:r>
            <a:r>
              <a:rPr lang="en-US" sz="2400">
                <a:latin typeface="Open Sans" panose="020B0606030504020204" charset="0"/>
                <a:cs typeface="Open Sans" panose="020B0606030504020204" charset="0"/>
                <a:sym typeface="+mn-ea"/>
              </a:rPr>
              <a:t> yang berbeda dengan cara menentukan </a:t>
            </a:r>
            <a:r>
              <a:rPr lang="en-US" sz="2400" b="1">
                <a:latin typeface="Open Sans" panose="020B0606030504020204" charset="0"/>
                <a:cs typeface="Open Sans" panose="020B0606030504020204" charset="0"/>
                <a:sym typeface="+mn-ea"/>
              </a:rPr>
              <a:t>API Level </a:t>
            </a:r>
            <a:r>
              <a:rPr lang="en-US" sz="2400">
                <a:latin typeface="Open Sans" panose="020B0606030504020204" charset="0"/>
                <a:cs typeface="Open Sans" panose="020B0606030504020204" charset="0"/>
                <a:sym typeface="+mn-ea"/>
              </a:rPr>
              <a:t>yang tepat.</a:t>
            </a:r>
            <a:endParaRPr lang="en-US" sz="2400">
              <a:latin typeface="Open Sans" panose="020B0606030504020204" charset="0"/>
              <a:cs typeface="Open Sans" panose="020B0606030504020204" charset="0"/>
              <a:sym typeface="+mn-ea"/>
            </a:endParaRPr>
          </a:p>
          <a:p>
            <a:pPr marL="457200" lvl="0" indent="-311150" algn="l" rtl="0">
              <a:spcBef>
                <a:spcPts val="0"/>
              </a:spcBef>
              <a:spcAft>
                <a:spcPts val="0"/>
              </a:spcAft>
              <a:buSzPts val="1300"/>
              <a:buChar char="●"/>
            </a:pPr>
            <a:endParaRPr lang="en-US" sz="2400">
              <a:latin typeface="Open Sans" panose="020B0606030504020204" charset="0"/>
              <a:cs typeface="Open Sans" panose="020B0606030504020204" charset="0"/>
              <a:sym typeface="+mn-ea"/>
            </a:endParaRPr>
          </a:p>
          <a:p>
            <a:pPr marL="457200" lvl="0" indent="-311150" algn="l" rtl="0">
              <a:spcBef>
                <a:spcPts val="0"/>
              </a:spcBef>
              <a:spcAft>
                <a:spcPts val="0"/>
              </a:spcAft>
              <a:buSzPts val="1300"/>
              <a:buChar char="●"/>
            </a:pPr>
            <a:r>
              <a:rPr lang="en-US" sz="2400">
                <a:latin typeface="Open Sans" panose="020B0606030504020204" charset="0"/>
                <a:cs typeface="Open Sans" panose="020B0606030504020204" charset="0"/>
                <a:sym typeface="+mn-ea"/>
              </a:rPr>
              <a:t>Semakin tinggi API Level yang dipilih, semakin banyak fitur yang bisa digunakan tetapi semakin sedikit juga </a:t>
            </a:r>
            <a:r>
              <a:rPr lang="en-US" sz="2400" i="1">
                <a:latin typeface="Open Sans" panose="020B0606030504020204" charset="0"/>
                <a:cs typeface="Open Sans" panose="020B0606030504020204" charset="0"/>
                <a:sym typeface="+mn-ea"/>
              </a:rPr>
              <a:t>device</a:t>
            </a:r>
            <a:r>
              <a:rPr lang="en-US" sz="2400">
                <a:latin typeface="Open Sans" panose="020B0606030504020204" charset="0"/>
                <a:cs typeface="Open Sans" panose="020B0606030504020204" charset="0"/>
                <a:sym typeface="+mn-ea"/>
              </a:rPr>
              <a:t> yang sudah menggunakan API Level tersebut.</a:t>
            </a:r>
            <a:endParaRPr lang="en-US" sz="2400">
              <a:latin typeface="Open Sans" panose="020B0606030504020204" charset="0"/>
              <a:cs typeface="Open Sans" panose="020B0606030504020204" charset="0"/>
              <a:sym typeface="+mn-ea"/>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lvl="0" indent="0" algn="ctr" rtl="0">
              <a:spcBef>
                <a:spcPts val="0"/>
              </a:spcBef>
              <a:spcAft>
                <a:spcPts val="0"/>
              </a:spcAft>
              <a:buNone/>
            </a:pPr>
            <a:r>
              <a:rPr lang="en-US" sz="3200">
                <a:sym typeface="+mn-ea"/>
              </a:rPr>
              <a:t>Distribusi Versi Android</a:t>
            </a:r>
            <a:endParaRPr lang="en-US" altLang="zh-CN" sz="3200">
              <a:latin typeface="Segoe UI" panose="020B0502040204020203" charset="0"/>
              <a:cs typeface="Segoe UI" panose="020B0502040204020203" charset="0"/>
            </a:endParaRPr>
          </a:p>
        </p:txBody>
      </p:sp>
      <p:pic>
        <p:nvPicPr>
          <p:cNvPr id="3" name="Picture Placeholder 2"/>
          <p:cNvPicPr>
            <a:picLocks noChangeAspect="1"/>
          </p:cNvPicPr>
          <p:nvPr>
            <p:ph type="pic" idx="10"/>
          </p:nvPr>
        </p:nvPicPr>
        <p:blipFill>
          <a:blip r:embed="rId1"/>
          <a:stretch>
            <a:fillRect/>
          </a:stretch>
        </p:blipFill>
        <p:spPr>
          <a:xfrm>
            <a:off x="4050665" y="299720"/>
            <a:ext cx="5387975" cy="625856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lvl="0" indent="0" algn="ctr" rtl="0">
              <a:spcBef>
                <a:spcPts val="0"/>
              </a:spcBef>
              <a:spcAft>
                <a:spcPts val="0"/>
              </a:spcAft>
              <a:buNone/>
            </a:pPr>
            <a:r>
              <a:rPr lang="en-US" sz="3200">
                <a:sym typeface="+mn-ea"/>
              </a:rPr>
              <a:t>Android Studio</a:t>
            </a:r>
            <a:endParaRPr lang="en-US" altLang="zh-CN" sz="3200">
              <a:latin typeface="Segoe UI" panose="020B0502040204020203" charset="0"/>
              <a:cs typeface="Segoe UI" panose="020B0502040204020203" charset="0"/>
            </a:endParaRPr>
          </a:p>
        </p:txBody>
      </p:sp>
      <p:sp>
        <p:nvSpPr>
          <p:cNvPr id="4" name="Text Box 3"/>
          <p:cNvSpPr txBox="1"/>
          <p:nvPr/>
        </p:nvSpPr>
        <p:spPr>
          <a:xfrm>
            <a:off x="3566160" y="339725"/>
            <a:ext cx="8009890" cy="6000750"/>
          </a:xfrm>
          <a:prstGeom prst="rect">
            <a:avLst/>
          </a:prstGeom>
          <a:noFill/>
        </p:spPr>
        <p:txBody>
          <a:bodyPr wrap="square" rtlCol="0" anchor="t">
            <a:spAutoFit/>
          </a:bodyPr>
          <a:p>
            <a:pPr marL="457200" lvl="0" indent="-311150" algn="l" rtl="0">
              <a:spcBef>
                <a:spcPts val="0"/>
              </a:spcBef>
              <a:spcAft>
                <a:spcPts val="0"/>
              </a:spcAft>
              <a:buSzPts val="1300"/>
              <a:buChar char="●"/>
            </a:pPr>
            <a:r>
              <a:rPr lang="en-US" sz="2000">
                <a:latin typeface="Open Sans" panose="020B0606030504020204" charset="0"/>
                <a:cs typeface="Open Sans" panose="020B0606030504020204" charset="0"/>
                <a:sym typeface="+mn-ea"/>
              </a:rPr>
              <a:t>Android Studio adalah Integrated Development Environment (IDE) resmi untuk pengembangan aplikasi Android, yang didasarkan pada IntelliJ IDEA.</a:t>
            </a:r>
            <a:endParaRPr lang="en-US" sz="2000">
              <a:latin typeface="Open Sans" panose="020B0606030504020204" charset="0"/>
              <a:cs typeface="Open Sans" panose="020B0606030504020204" charset="0"/>
              <a:sym typeface="+mn-ea"/>
            </a:endParaRPr>
          </a:p>
          <a:p>
            <a:pPr marL="457200" lvl="0" indent="-311150" algn="l" rtl="0">
              <a:spcBef>
                <a:spcPts val="0"/>
              </a:spcBef>
              <a:spcAft>
                <a:spcPts val="0"/>
              </a:spcAft>
              <a:buSzPts val="1300"/>
              <a:buChar char="●"/>
            </a:pPr>
            <a:endParaRPr lang="en-US" sz="2000">
              <a:latin typeface="Open Sans" panose="020B0606030504020204" charset="0"/>
              <a:cs typeface="Open Sans" panose="020B0606030504020204" charset="0"/>
              <a:sym typeface="+mn-ea"/>
            </a:endParaRPr>
          </a:p>
          <a:p>
            <a:pPr marL="457200" lvl="0" indent="-311150" algn="l" rtl="0">
              <a:spcBef>
                <a:spcPts val="0"/>
              </a:spcBef>
              <a:spcAft>
                <a:spcPts val="0"/>
              </a:spcAft>
              <a:buSzPts val="1300"/>
              <a:buChar char="●"/>
            </a:pPr>
            <a:r>
              <a:rPr lang="en-US" sz="2000">
                <a:latin typeface="Open Sans" panose="020B0606030504020204" charset="0"/>
                <a:cs typeface="Open Sans" panose="020B0606030504020204" charset="0"/>
                <a:sym typeface="+mn-ea"/>
              </a:rPr>
              <a:t>Selain sebagai editor kode dan fitur developer IntelliJ yang andal, Android Studio menawarkan banyak fitur yang meningkatkan produktivitas Anda dalam membuat aplikasi Android, seperti:</a:t>
            </a:r>
            <a:endParaRPr lang="en-US" sz="2000">
              <a:latin typeface="Open Sans" panose="020B0606030504020204" charset="0"/>
              <a:cs typeface="Open Sans" panose="020B0606030504020204" charset="0"/>
              <a:sym typeface="+mn-ea"/>
            </a:endParaRPr>
          </a:p>
          <a:p>
            <a:pPr marL="914400" lvl="1" indent="-311150" algn="l" rtl="0">
              <a:spcBef>
                <a:spcPts val="0"/>
              </a:spcBef>
              <a:spcAft>
                <a:spcPts val="0"/>
              </a:spcAft>
              <a:buSzPts val="1300"/>
              <a:buFont typeface="Wingdings" panose="05000000000000000000" charset="0"/>
              <a:buChar char="ü"/>
            </a:pPr>
            <a:r>
              <a:rPr lang="en-US" sz="1600">
                <a:latin typeface="Open Sans" panose="020B0606030504020204" charset="0"/>
                <a:cs typeface="Open Sans" panose="020B0606030504020204" charset="0"/>
                <a:sym typeface="+mn-ea"/>
              </a:rPr>
              <a:t>Sistem build berbasis Gradle yang fleksibel</a:t>
            </a:r>
            <a:endParaRPr lang="en-US" sz="1600">
              <a:latin typeface="Open Sans" panose="020B0606030504020204" charset="0"/>
              <a:cs typeface="Open Sans" panose="020B0606030504020204" charset="0"/>
              <a:sym typeface="+mn-ea"/>
            </a:endParaRPr>
          </a:p>
          <a:p>
            <a:pPr marL="914400" lvl="1" indent="-311150" algn="l" rtl="0">
              <a:spcBef>
                <a:spcPts val="0"/>
              </a:spcBef>
              <a:spcAft>
                <a:spcPts val="0"/>
              </a:spcAft>
              <a:buSzPts val="1300"/>
              <a:buFont typeface="Wingdings" panose="05000000000000000000" charset="0"/>
              <a:buChar char="ü"/>
            </a:pPr>
            <a:r>
              <a:rPr lang="en-US" sz="1600">
                <a:latin typeface="Open Sans" panose="020B0606030504020204" charset="0"/>
                <a:cs typeface="Open Sans" panose="020B0606030504020204" charset="0"/>
                <a:sym typeface="+mn-ea"/>
              </a:rPr>
              <a:t>Emulator yang cepat dan kaya fitur</a:t>
            </a:r>
            <a:endParaRPr lang="en-US" sz="1600">
              <a:latin typeface="Open Sans" panose="020B0606030504020204" charset="0"/>
              <a:cs typeface="Open Sans" panose="020B0606030504020204" charset="0"/>
              <a:sym typeface="+mn-ea"/>
            </a:endParaRPr>
          </a:p>
          <a:p>
            <a:pPr marL="914400" lvl="1" indent="-311150" algn="l" rtl="0">
              <a:spcBef>
                <a:spcPts val="0"/>
              </a:spcBef>
              <a:spcAft>
                <a:spcPts val="0"/>
              </a:spcAft>
              <a:buSzPts val="1300"/>
              <a:buFont typeface="Wingdings" panose="05000000000000000000" charset="0"/>
              <a:buChar char="ü"/>
            </a:pPr>
            <a:r>
              <a:rPr lang="en-US" sz="1600">
                <a:latin typeface="Open Sans" panose="020B0606030504020204" charset="0"/>
                <a:cs typeface="Open Sans" panose="020B0606030504020204" charset="0"/>
                <a:sym typeface="+mn-ea"/>
              </a:rPr>
              <a:t>Lingkungan terpadu tempat Anda bisa mengembangkan aplikasi untuk semua perangkat Android</a:t>
            </a:r>
            <a:endParaRPr lang="en-US" sz="1600">
              <a:latin typeface="Open Sans" panose="020B0606030504020204" charset="0"/>
              <a:cs typeface="Open Sans" panose="020B0606030504020204" charset="0"/>
              <a:sym typeface="+mn-ea"/>
            </a:endParaRPr>
          </a:p>
          <a:p>
            <a:pPr marL="914400" lvl="1" indent="-311150" algn="l" rtl="0">
              <a:spcBef>
                <a:spcPts val="0"/>
              </a:spcBef>
              <a:spcAft>
                <a:spcPts val="0"/>
              </a:spcAft>
              <a:buSzPts val="1300"/>
              <a:buFont typeface="Wingdings" panose="05000000000000000000" charset="0"/>
              <a:buChar char="ü"/>
            </a:pPr>
            <a:r>
              <a:rPr lang="en-US" sz="1600">
                <a:latin typeface="Open Sans" panose="020B0606030504020204" charset="0"/>
                <a:cs typeface="Open Sans" panose="020B0606030504020204" charset="0"/>
                <a:sym typeface="+mn-ea"/>
              </a:rPr>
              <a:t>Terapkan Perubahan untuk melakukan push pada perubahan kode dan resource ke aplikasi yang sedang berjalan tanpa memulai ulang aplikasi</a:t>
            </a:r>
            <a:endParaRPr lang="en-US" sz="1600">
              <a:latin typeface="Open Sans" panose="020B0606030504020204" charset="0"/>
              <a:cs typeface="Open Sans" panose="020B0606030504020204" charset="0"/>
              <a:sym typeface="+mn-ea"/>
            </a:endParaRPr>
          </a:p>
          <a:p>
            <a:pPr marL="914400" lvl="1" indent="-311150" algn="l" rtl="0">
              <a:spcBef>
                <a:spcPts val="0"/>
              </a:spcBef>
              <a:spcAft>
                <a:spcPts val="0"/>
              </a:spcAft>
              <a:buSzPts val="1300"/>
              <a:buFont typeface="Wingdings" panose="05000000000000000000" charset="0"/>
              <a:buChar char="ü"/>
            </a:pPr>
            <a:r>
              <a:rPr lang="en-US" sz="1600">
                <a:latin typeface="Open Sans" panose="020B0606030504020204" charset="0"/>
                <a:cs typeface="Open Sans" panose="020B0606030504020204" charset="0"/>
                <a:sym typeface="+mn-ea"/>
              </a:rPr>
              <a:t>Template kode dan integrasi GitHub untuk membantu Anda membuat fitur aplikasi umum dan mengimpor kode sampel</a:t>
            </a:r>
            <a:endParaRPr lang="en-US" sz="1600">
              <a:latin typeface="Open Sans" panose="020B0606030504020204" charset="0"/>
              <a:cs typeface="Open Sans" panose="020B0606030504020204" charset="0"/>
              <a:sym typeface="+mn-ea"/>
            </a:endParaRPr>
          </a:p>
          <a:p>
            <a:pPr marL="914400" lvl="1" indent="-311150" algn="l" rtl="0">
              <a:spcBef>
                <a:spcPts val="0"/>
              </a:spcBef>
              <a:spcAft>
                <a:spcPts val="0"/>
              </a:spcAft>
              <a:buSzPts val="1300"/>
              <a:buFont typeface="Wingdings" panose="05000000000000000000" charset="0"/>
              <a:buChar char="ü"/>
            </a:pPr>
            <a:r>
              <a:rPr lang="en-US" sz="1600">
                <a:latin typeface="Open Sans" panose="020B0606030504020204" charset="0"/>
                <a:cs typeface="Open Sans" panose="020B0606030504020204" charset="0"/>
                <a:sym typeface="+mn-ea"/>
              </a:rPr>
              <a:t>Framework dan alat pengujian yang lengkap</a:t>
            </a:r>
            <a:endParaRPr lang="en-US" sz="1600">
              <a:latin typeface="Open Sans" panose="020B0606030504020204" charset="0"/>
              <a:cs typeface="Open Sans" panose="020B0606030504020204" charset="0"/>
              <a:sym typeface="+mn-ea"/>
            </a:endParaRPr>
          </a:p>
          <a:p>
            <a:pPr marL="914400" lvl="1" indent="-311150" algn="l" rtl="0">
              <a:spcBef>
                <a:spcPts val="0"/>
              </a:spcBef>
              <a:spcAft>
                <a:spcPts val="0"/>
              </a:spcAft>
              <a:buSzPts val="1300"/>
              <a:buFont typeface="Wingdings" panose="05000000000000000000" charset="0"/>
              <a:buChar char="ü"/>
            </a:pPr>
            <a:r>
              <a:rPr lang="en-US" sz="1600">
                <a:latin typeface="Open Sans" panose="020B0606030504020204" charset="0"/>
                <a:cs typeface="Open Sans" panose="020B0606030504020204" charset="0"/>
                <a:sym typeface="+mn-ea"/>
              </a:rPr>
              <a:t>Alat lint untuk merekam performa, kegunaan, kompatibilitas versi, dan masalah lainnya</a:t>
            </a:r>
            <a:endParaRPr lang="en-US" sz="1600">
              <a:latin typeface="Open Sans" panose="020B0606030504020204" charset="0"/>
              <a:cs typeface="Open Sans" panose="020B0606030504020204" charset="0"/>
              <a:sym typeface="+mn-ea"/>
            </a:endParaRPr>
          </a:p>
          <a:p>
            <a:pPr marL="914400" lvl="1" indent="-311150" algn="l" rtl="0">
              <a:spcBef>
                <a:spcPts val="0"/>
              </a:spcBef>
              <a:spcAft>
                <a:spcPts val="0"/>
              </a:spcAft>
              <a:buSzPts val="1300"/>
              <a:buFont typeface="Wingdings" panose="05000000000000000000" charset="0"/>
              <a:buChar char="ü"/>
            </a:pPr>
            <a:r>
              <a:rPr lang="en-US" sz="1600">
                <a:latin typeface="Open Sans" panose="020B0606030504020204" charset="0"/>
                <a:cs typeface="Open Sans" panose="020B0606030504020204" charset="0"/>
                <a:sym typeface="+mn-ea"/>
              </a:rPr>
              <a:t>Dukungan C++ dan NDK</a:t>
            </a:r>
            <a:endParaRPr lang="en-US" sz="1600">
              <a:latin typeface="Open Sans" panose="020B0606030504020204" charset="0"/>
              <a:cs typeface="Open Sans" panose="020B0606030504020204" charset="0"/>
              <a:sym typeface="+mn-ea"/>
            </a:endParaRPr>
          </a:p>
          <a:p>
            <a:pPr marL="914400" lvl="1" indent="-311150" algn="l" rtl="0">
              <a:spcBef>
                <a:spcPts val="0"/>
              </a:spcBef>
              <a:spcAft>
                <a:spcPts val="0"/>
              </a:spcAft>
              <a:buSzPts val="1300"/>
              <a:buFont typeface="Wingdings" panose="05000000000000000000" charset="0"/>
              <a:buChar char="ü"/>
            </a:pPr>
            <a:r>
              <a:rPr lang="en-US" sz="1600">
                <a:latin typeface="Open Sans" panose="020B0606030504020204" charset="0"/>
                <a:cs typeface="Open Sans" panose="020B0606030504020204" charset="0"/>
                <a:sym typeface="+mn-ea"/>
              </a:rPr>
              <a:t>Dukungan bawaan untuk Google Cloud Platform, yang memudahkan integrasi Google Cloud Messaging dan App Engine</a:t>
            </a:r>
            <a:endParaRPr lang="en-US" sz="1600">
              <a:latin typeface="Open Sans" panose="020B0606030504020204" charset="0"/>
              <a:cs typeface="Open Sans" panose="020B0606030504020204" charset="0"/>
              <a:sym typeface="+mn-ea"/>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DDC84"/>
        </a:solidFill>
        <a:effectLst/>
      </p:bgPr>
    </p:bg>
    <p:spTree>
      <p:nvGrpSpPr>
        <p:cNvPr id="1" name=""/>
        <p:cNvGrpSpPr/>
        <p:nvPr/>
      </p:nvGrpSpPr>
      <p:grpSpPr/>
      <p:sp>
        <p:nvSpPr>
          <p:cNvPr id="2" name="Text Box 1"/>
          <p:cNvSpPr txBox="1"/>
          <p:nvPr/>
        </p:nvSpPr>
        <p:spPr>
          <a:xfrm>
            <a:off x="1690370" y="2706370"/>
            <a:ext cx="8811260" cy="768350"/>
          </a:xfrm>
          <a:prstGeom prst="rect">
            <a:avLst/>
          </a:prstGeom>
          <a:noFill/>
          <a:extLst>
            <a:ext uri="{909E8E84-426E-40DD-AFC4-6F175D3DCCD1}">
              <a14:hiddenFill xmlns:a14="http://schemas.microsoft.com/office/drawing/2010/main">
                <a:solidFill>
                  <a:schemeClr val="bg1"/>
                </a:solidFill>
              </a14:hiddenFill>
            </a:ext>
          </a:extLst>
        </p:spPr>
        <p:txBody>
          <a:bodyPr wrap="square" rtlCol="0" anchor="t">
            <a:spAutoFit/>
          </a:bodyPr>
          <a:p>
            <a:pPr algn="ctr"/>
            <a:r>
              <a:rPr lang="en-US" sz="4400">
                <a:solidFill>
                  <a:schemeClr val="bg1"/>
                </a:solidFill>
                <a:latin typeface="Open Sans" panose="020B0606030504020204" charset="0"/>
                <a:cs typeface="Open Sans" panose="020B0606030504020204" charset="0"/>
              </a:rPr>
              <a:t>Membuat </a:t>
            </a:r>
            <a:r>
              <a:rPr lang="en-US" sz="4400" b="1">
                <a:solidFill>
                  <a:schemeClr val="bg1"/>
                </a:solidFill>
                <a:latin typeface="Open Sans Semibold" panose="020B0706030804020204" charset="0"/>
                <a:cs typeface="Open Sans Semibold" panose="020B0706030804020204" charset="0"/>
              </a:rPr>
              <a:t>Aplikasi Android</a:t>
            </a:r>
            <a:endParaRPr lang="en-US" sz="4400" b="1">
              <a:solidFill>
                <a:schemeClr val="bg1"/>
              </a:solidFill>
              <a:latin typeface="Open Sans Semibold" panose="020B0706030804020204" charset="0"/>
              <a:cs typeface="Open Sans Semibold" panose="020B07060308040202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lvl="0" indent="0" algn="ctr" rtl="0">
              <a:spcBef>
                <a:spcPts val="0"/>
              </a:spcBef>
              <a:spcAft>
                <a:spcPts val="0"/>
              </a:spcAft>
              <a:buNone/>
            </a:pPr>
            <a:r>
              <a:rPr lang="en-US" sz="3200">
                <a:sym typeface="+mn-ea"/>
              </a:rPr>
              <a:t>Alur Kerja Pengembangan Aplikasi Android</a:t>
            </a:r>
            <a:endParaRPr lang="en-US" altLang="zh-CN" sz="3200">
              <a:latin typeface="Segoe UI" panose="020B0502040204020203" charset="0"/>
              <a:cs typeface="Segoe UI" panose="020B0502040204020203" charset="0"/>
            </a:endParaRPr>
          </a:p>
        </p:txBody>
      </p:sp>
      <p:pic>
        <p:nvPicPr>
          <p:cNvPr id="100" name="Picture 99"/>
          <p:cNvPicPr/>
          <p:nvPr/>
        </p:nvPicPr>
        <p:blipFill>
          <a:blip r:embed="rId1"/>
          <a:stretch>
            <a:fillRect/>
          </a:stretch>
        </p:blipFill>
        <p:spPr>
          <a:xfrm>
            <a:off x="6096000" y="3429000"/>
            <a:ext cx="0" cy="0"/>
          </a:xfrm>
          <a:prstGeom prst="rect">
            <a:avLst/>
          </a:prstGeom>
          <a:noFill/>
          <a:ln w="9525">
            <a:noFill/>
          </a:ln>
        </p:spPr>
      </p:pic>
      <p:pic>
        <p:nvPicPr>
          <p:cNvPr id="101" name="Picture Placeholder 100"/>
          <p:cNvPicPr>
            <a:picLocks noChangeAspect="1"/>
          </p:cNvPicPr>
          <p:nvPr>
            <p:ph type="pic" idx="10"/>
          </p:nvPr>
        </p:nvPicPr>
        <p:blipFill>
          <a:blip r:embed="rId1"/>
          <a:stretch>
            <a:fillRect/>
          </a:stretch>
        </p:blipFill>
        <p:spPr>
          <a:xfrm>
            <a:off x="3764280" y="184785"/>
            <a:ext cx="3315335" cy="6488430"/>
          </a:xfrm>
          <a:prstGeom prst="rect">
            <a:avLst/>
          </a:prstGeom>
          <a:noFill/>
          <a:ln w="9525">
            <a:noFill/>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latin typeface="Segoe UI" panose="020B0502040204020203" charset="0"/>
                <a:cs typeface="Segoe UI" panose="020B0502040204020203" charset="0"/>
              </a:rPr>
              <a:t>Membuat Project Android</a:t>
            </a:r>
            <a:endParaRPr lang="en-US" altLang="zh-CN" sz="3200">
              <a:latin typeface="Segoe UI" panose="020B0502040204020203" charset="0"/>
              <a:cs typeface="Segoe UI" panose="020B0502040204020203" charset="0"/>
            </a:endParaRPr>
          </a:p>
        </p:txBody>
      </p:sp>
      <p:sp>
        <p:nvSpPr>
          <p:cNvPr id="2" name="Text Box 1"/>
          <p:cNvSpPr txBox="1"/>
          <p:nvPr/>
        </p:nvSpPr>
        <p:spPr>
          <a:xfrm>
            <a:off x="3794760" y="499110"/>
            <a:ext cx="7952740" cy="1014730"/>
          </a:xfrm>
          <a:prstGeom prst="rect">
            <a:avLst/>
          </a:prstGeom>
          <a:noFill/>
        </p:spPr>
        <p:txBody>
          <a:bodyPr wrap="square" rtlCol="0" anchor="t">
            <a:spAutoFit/>
          </a:bodyPr>
          <a:p>
            <a:pPr marL="457200" indent="-457200">
              <a:buAutoNum type="arabicPeriod"/>
            </a:pPr>
            <a:r>
              <a:rPr lang="en-US" sz="2000">
                <a:latin typeface="Open Sans" panose="020B0606030504020204" charset="0"/>
                <a:cs typeface="Open Sans" panose="020B0606030504020204" charset="0"/>
              </a:rPr>
              <a:t>Instal Android Studio versi terbaru.</a:t>
            </a:r>
            <a:endParaRPr lang="en-US" sz="2000">
              <a:latin typeface="Open Sans" panose="020B0606030504020204" charset="0"/>
              <a:cs typeface="Open Sans" panose="020B0606030504020204" charset="0"/>
            </a:endParaRPr>
          </a:p>
          <a:p>
            <a:pPr marL="457200" indent="-457200">
              <a:buAutoNum type="arabicPeriod"/>
            </a:pPr>
            <a:r>
              <a:rPr lang="en-US" sz="2000">
                <a:latin typeface="Open Sans" panose="020B0606030504020204" charset="0"/>
                <a:cs typeface="Open Sans" panose="020B0606030504020204" charset="0"/>
              </a:rPr>
              <a:t>Di jendela </a:t>
            </a:r>
            <a:r>
              <a:rPr lang="en-US" sz="2000" b="1">
                <a:latin typeface="Open Sans" panose="020B0606030504020204" charset="0"/>
                <a:cs typeface="Open Sans" panose="020B0606030504020204" charset="0"/>
              </a:rPr>
              <a:t>Welcome to Android Studio</a:t>
            </a:r>
            <a:r>
              <a:rPr lang="en-US" sz="2000">
                <a:latin typeface="Open Sans" panose="020B0606030504020204" charset="0"/>
                <a:cs typeface="Open Sans" panose="020B0606030504020204" charset="0"/>
              </a:rPr>
              <a:t>, klik </a:t>
            </a:r>
            <a:r>
              <a:rPr lang="en-US" sz="2000" b="1">
                <a:latin typeface="Open Sans" panose="020B0606030504020204" charset="0"/>
                <a:cs typeface="Open Sans" panose="020B0606030504020204" charset="0"/>
              </a:rPr>
              <a:t>Create New Project</a:t>
            </a:r>
            <a:r>
              <a:rPr lang="en-US" sz="2000">
                <a:latin typeface="Open Sans" panose="020B0606030504020204" charset="0"/>
                <a:cs typeface="Open Sans" panose="020B0606030504020204" charset="0"/>
              </a:rPr>
              <a:t>.</a:t>
            </a:r>
            <a:endParaRPr lang="en-US" sz="2000">
              <a:latin typeface="Open Sans" panose="020B0606030504020204" charset="0"/>
              <a:cs typeface="Open Sans" panose="020B0606030504020204" charset="0"/>
            </a:endParaRPr>
          </a:p>
        </p:txBody>
      </p:sp>
      <p:pic>
        <p:nvPicPr>
          <p:cNvPr id="100" name="Picture 99"/>
          <p:cNvPicPr/>
          <p:nvPr/>
        </p:nvPicPr>
        <p:blipFill>
          <a:blip r:embed="rId1"/>
          <a:stretch>
            <a:fillRect/>
          </a:stretch>
        </p:blipFill>
        <p:spPr>
          <a:xfrm>
            <a:off x="6096000" y="3429000"/>
            <a:ext cx="0" cy="0"/>
          </a:xfrm>
          <a:prstGeom prst="rect">
            <a:avLst/>
          </a:prstGeom>
          <a:noFill/>
          <a:ln w="9525">
            <a:noFill/>
          </a:ln>
        </p:spPr>
      </p:pic>
      <p:pic>
        <p:nvPicPr>
          <p:cNvPr id="101" name="Picture Placeholder 100"/>
          <p:cNvPicPr>
            <a:picLocks noChangeAspect="1"/>
          </p:cNvPicPr>
          <p:nvPr>
            <p:ph type="pic" idx="10"/>
          </p:nvPr>
        </p:nvPicPr>
        <p:blipFill>
          <a:blip r:embed="rId1"/>
          <a:stretch>
            <a:fillRect/>
          </a:stretch>
        </p:blipFill>
        <p:spPr>
          <a:xfrm>
            <a:off x="3794760" y="1627505"/>
            <a:ext cx="6459855" cy="4330700"/>
          </a:xfrm>
          <a:prstGeom prst="rect">
            <a:avLst/>
          </a:prstGeom>
          <a:noFill/>
          <a:ln w="9525">
            <a:noFill/>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latin typeface="Segoe UI" panose="020B0502040204020203" charset="0"/>
                <a:cs typeface="Segoe UI" panose="020B0502040204020203" charset="0"/>
              </a:rPr>
              <a:t>Membuat Project Android</a:t>
            </a:r>
            <a:endParaRPr lang="en-US" altLang="zh-CN" sz="3200">
              <a:latin typeface="Segoe UI" panose="020B0502040204020203" charset="0"/>
              <a:cs typeface="Segoe UI" panose="020B0502040204020203" charset="0"/>
            </a:endParaRPr>
          </a:p>
        </p:txBody>
      </p:sp>
      <p:sp>
        <p:nvSpPr>
          <p:cNvPr id="2" name="Text Box 1"/>
          <p:cNvSpPr txBox="1"/>
          <p:nvPr/>
        </p:nvSpPr>
        <p:spPr>
          <a:xfrm>
            <a:off x="3794760" y="499110"/>
            <a:ext cx="7952740" cy="706755"/>
          </a:xfrm>
          <a:prstGeom prst="rect">
            <a:avLst/>
          </a:prstGeom>
          <a:noFill/>
        </p:spPr>
        <p:txBody>
          <a:bodyPr wrap="square" rtlCol="0" anchor="t">
            <a:spAutoFit/>
          </a:bodyPr>
          <a:p>
            <a:pPr marL="457200" indent="-457200">
              <a:buFont typeface="+mj-lt"/>
              <a:buAutoNum type="arabicPeriod" startAt="3"/>
            </a:pPr>
            <a:r>
              <a:rPr lang="en-US" sz="2000">
                <a:latin typeface="Open Sans" panose="020B0606030504020204" charset="0"/>
                <a:cs typeface="Open Sans" panose="020B0606030504020204" charset="0"/>
              </a:rPr>
              <a:t>Di jendela </a:t>
            </a:r>
            <a:r>
              <a:rPr lang="en-US" sz="2000" b="1">
                <a:latin typeface="Open Sans" panose="020B0606030504020204" charset="0"/>
                <a:cs typeface="Open Sans" panose="020B0606030504020204" charset="0"/>
              </a:rPr>
              <a:t>Select a Project Template</a:t>
            </a:r>
            <a:r>
              <a:rPr lang="en-US" sz="2000">
                <a:latin typeface="Open Sans" panose="020B0606030504020204" charset="0"/>
                <a:cs typeface="Open Sans" panose="020B0606030504020204" charset="0"/>
              </a:rPr>
              <a:t>, pilih </a:t>
            </a:r>
            <a:r>
              <a:rPr lang="en-US" sz="2000" b="1">
                <a:latin typeface="Open Sans" panose="020B0606030504020204" charset="0"/>
                <a:cs typeface="Open Sans" panose="020B0606030504020204" charset="0"/>
              </a:rPr>
              <a:t>Empty Activity</a:t>
            </a:r>
            <a:r>
              <a:rPr lang="en-US" sz="2000">
                <a:latin typeface="Open Sans" panose="020B0606030504020204" charset="0"/>
                <a:cs typeface="Open Sans" panose="020B0606030504020204" charset="0"/>
              </a:rPr>
              <a:t>, lalu klik Next.</a:t>
            </a:r>
            <a:endParaRPr lang="en-US" sz="2000">
              <a:latin typeface="Open Sans" panose="020B0606030504020204" charset="0"/>
              <a:cs typeface="Open Sans" panose="020B0606030504020204" charset="0"/>
            </a:endParaRPr>
          </a:p>
        </p:txBody>
      </p:sp>
      <p:pic>
        <p:nvPicPr>
          <p:cNvPr id="100" name="Picture 99"/>
          <p:cNvPicPr/>
          <p:nvPr/>
        </p:nvPicPr>
        <p:blipFill>
          <a:blip r:embed="rId1"/>
          <a:stretch>
            <a:fillRect/>
          </a:stretch>
        </p:blipFill>
        <p:spPr>
          <a:xfrm>
            <a:off x="6096000" y="3429000"/>
            <a:ext cx="0" cy="0"/>
          </a:xfrm>
          <a:prstGeom prst="rect">
            <a:avLst/>
          </a:prstGeom>
          <a:noFill/>
          <a:ln w="9525">
            <a:noFill/>
          </a:ln>
        </p:spPr>
      </p:pic>
      <p:pic>
        <p:nvPicPr>
          <p:cNvPr id="6" name="Picture Placeholder 5"/>
          <p:cNvPicPr>
            <a:picLocks noChangeAspect="1"/>
          </p:cNvPicPr>
          <p:nvPr>
            <p:ph type="pic" idx="10"/>
          </p:nvPr>
        </p:nvPicPr>
        <p:blipFill>
          <a:blip r:embed="rId2"/>
          <a:stretch>
            <a:fillRect/>
          </a:stretch>
        </p:blipFill>
        <p:spPr>
          <a:xfrm>
            <a:off x="3794760" y="1205865"/>
            <a:ext cx="7505700" cy="4803775"/>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latin typeface="Segoe UI" panose="020B0502040204020203" charset="0"/>
                <a:cs typeface="Segoe UI" panose="020B0502040204020203" charset="0"/>
              </a:rPr>
              <a:t>Membuat Project Android</a:t>
            </a:r>
            <a:endParaRPr lang="en-US" altLang="zh-CN" sz="3200">
              <a:latin typeface="Segoe UI" panose="020B0502040204020203" charset="0"/>
              <a:cs typeface="Segoe UI" panose="020B0502040204020203" charset="0"/>
            </a:endParaRPr>
          </a:p>
        </p:txBody>
      </p:sp>
      <p:sp>
        <p:nvSpPr>
          <p:cNvPr id="2" name="Text Box 1"/>
          <p:cNvSpPr txBox="1"/>
          <p:nvPr/>
        </p:nvSpPr>
        <p:spPr>
          <a:xfrm>
            <a:off x="3794760" y="499110"/>
            <a:ext cx="7952740" cy="6247130"/>
          </a:xfrm>
          <a:prstGeom prst="rect">
            <a:avLst/>
          </a:prstGeom>
          <a:noFill/>
        </p:spPr>
        <p:txBody>
          <a:bodyPr wrap="square" rtlCol="0" anchor="t">
            <a:spAutoFit/>
          </a:bodyPr>
          <a:p>
            <a:pPr marL="457200" indent="-457200">
              <a:buFont typeface="+mj-lt"/>
              <a:buAutoNum type="arabicPeriod" startAt="4"/>
            </a:pPr>
            <a:r>
              <a:rPr lang="en-US" sz="2000">
                <a:latin typeface="Open Sans" panose="020B0606030504020204" charset="0"/>
                <a:cs typeface="Open Sans" panose="020B0606030504020204" charset="0"/>
              </a:rPr>
              <a:t>Di jendela </a:t>
            </a:r>
            <a:r>
              <a:rPr lang="en-US" sz="2000" b="1">
                <a:latin typeface="Open Sans" panose="020B0606030504020204" charset="0"/>
                <a:cs typeface="Open Sans" panose="020B0606030504020204" charset="0"/>
              </a:rPr>
              <a:t>Configure your project</a:t>
            </a:r>
            <a:r>
              <a:rPr lang="en-US" sz="2000">
                <a:latin typeface="Open Sans" panose="020B0606030504020204" charset="0"/>
                <a:cs typeface="Open Sans" panose="020B0606030504020204" charset="0"/>
              </a:rPr>
              <a:t>, lakukan langkah-langkah berikut:</a:t>
            </a:r>
            <a:endParaRPr lang="en-US" sz="2000">
              <a:latin typeface="Open Sans" panose="020B0606030504020204" charset="0"/>
              <a:cs typeface="Open Sans" panose="020B0606030504020204" charset="0"/>
            </a:endParaRPr>
          </a:p>
          <a:p>
            <a:pPr marL="457200" indent="-457200">
              <a:buFont typeface="+mj-lt"/>
              <a:buAutoNum type="arabicPeriod" startAt="4"/>
            </a:pPr>
            <a:endParaRPr lang="en-US" sz="2000">
              <a:latin typeface="Open Sans" panose="020B0606030504020204" charset="0"/>
              <a:cs typeface="Open Sans" panose="020B0606030504020204" charset="0"/>
            </a:endParaRPr>
          </a:p>
          <a:p>
            <a:pPr marL="457200" indent="-457200">
              <a:buFont typeface="+mj-lt"/>
              <a:buAutoNum type="arabicPeriod" startAt="4"/>
            </a:pPr>
            <a:endParaRPr lang="en-US" sz="2000">
              <a:latin typeface="Open Sans" panose="020B0606030504020204" charset="0"/>
              <a:cs typeface="Open Sans" panose="020B0606030504020204" charset="0"/>
            </a:endParaRPr>
          </a:p>
          <a:p>
            <a:pPr marL="457200" indent="-457200">
              <a:buFont typeface="+mj-lt"/>
              <a:buAutoNum type="arabicPeriod" startAt="4"/>
            </a:pPr>
            <a:endParaRPr lang="en-US" sz="2000">
              <a:latin typeface="Open Sans" panose="020B0606030504020204" charset="0"/>
              <a:cs typeface="Open Sans" panose="020B0606030504020204" charset="0"/>
            </a:endParaRPr>
          </a:p>
          <a:p>
            <a:pPr marL="457200" indent="-457200">
              <a:buFont typeface="+mj-lt"/>
              <a:buAutoNum type="arabicPeriod" startAt="4"/>
            </a:pPr>
            <a:endParaRPr lang="en-US" sz="2000">
              <a:latin typeface="Open Sans" panose="020B0606030504020204" charset="0"/>
              <a:cs typeface="Open Sans" panose="020B0606030504020204" charset="0"/>
            </a:endParaRPr>
          </a:p>
          <a:p>
            <a:pPr marL="457200" indent="-457200">
              <a:buFont typeface="+mj-lt"/>
              <a:buAutoNum type="arabicPeriod" startAt="4"/>
            </a:pPr>
            <a:endParaRPr lang="en-US" sz="2000">
              <a:latin typeface="Open Sans" panose="020B0606030504020204" charset="0"/>
              <a:cs typeface="Open Sans" panose="020B0606030504020204" charset="0"/>
            </a:endParaRPr>
          </a:p>
          <a:p>
            <a:pPr marL="457200" indent="-457200">
              <a:buFont typeface="+mj-lt"/>
              <a:buAutoNum type="arabicPeriod" startAt="4"/>
            </a:pPr>
            <a:endParaRPr lang="en-US" sz="2000">
              <a:latin typeface="Open Sans" panose="020B0606030504020204" charset="0"/>
              <a:cs typeface="Open Sans" panose="020B0606030504020204" charset="0"/>
            </a:endParaRPr>
          </a:p>
          <a:p>
            <a:pPr marL="457200" indent="-457200">
              <a:buFont typeface="+mj-lt"/>
              <a:buAutoNum type="arabicPeriod" startAt="4"/>
            </a:pPr>
            <a:endParaRPr lang="en-US" sz="2000">
              <a:latin typeface="Open Sans" panose="020B0606030504020204" charset="0"/>
              <a:cs typeface="Open Sans" panose="020B0606030504020204" charset="0"/>
            </a:endParaRPr>
          </a:p>
          <a:p>
            <a:pPr marL="457200" indent="-457200">
              <a:buFont typeface="+mj-lt"/>
              <a:buAutoNum type="arabicPeriod" startAt="4"/>
            </a:pPr>
            <a:endParaRPr lang="en-US" sz="2000">
              <a:latin typeface="Open Sans" panose="020B0606030504020204" charset="0"/>
              <a:cs typeface="Open Sans" panose="020B0606030504020204" charset="0"/>
            </a:endParaRPr>
          </a:p>
          <a:p>
            <a:pPr marL="457200" indent="-457200">
              <a:buFont typeface="+mj-lt"/>
              <a:buAutoNum type="arabicPeriod" startAt="4"/>
            </a:pPr>
            <a:endParaRPr lang="en-US" sz="2000">
              <a:latin typeface="Open Sans" panose="020B0606030504020204" charset="0"/>
              <a:cs typeface="Open Sans" panose="020B0606030504020204" charset="0"/>
            </a:endParaRPr>
          </a:p>
          <a:p>
            <a:pPr marL="457200" indent="-457200">
              <a:buFont typeface="+mj-lt"/>
              <a:buAutoNum type="arabicPeriod" startAt="4"/>
            </a:pPr>
            <a:endParaRPr lang="en-US" sz="2000">
              <a:latin typeface="Open Sans" panose="020B0606030504020204" charset="0"/>
              <a:cs typeface="Open Sans" panose="020B0606030504020204" charset="0"/>
            </a:endParaRPr>
          </a:p>
          <a:p>
            <a:pPr marL="457200" indent="-457200">
              <a:buFont typeface="+mj-lt"/>
              <a:buAutoNum type="arabicPeriod" startAt="4"/>
            </a:pPr>
            <a:endParaRPr lang="en-US" sz="2000">
              <a:latin typeface="Open Sans" panose="020B0606030504020204" charset="0"/>
              <a:cs typeface="Open Sans" panose="020B0606030504020204" charset="0"/>
            </a:endParaRPr>
          </a:p>
          <a:p>
            <a:pPr marL="457200" indent="-457200">
              <a:buFont typeface="+mj-lt"/>
              <a:buAutoNum type="arabicPeriod" startAt="4"/>
            </a:pPr>
            <a:endParaRPr lang="en-US" sz="2000">
              <a:latin typeface="Open Sans" panose="020B0606030504020204" charset="0"/>
              <a:cs typeface="Open Sans" panose="020B0606030504020204" charset="0"/>
            </a:endParaRPr>
          </a:p>
          <a:p>
            <a:pPr marL="457200" indent="-457200">
              <a:buFont typeface="+mj-lt"/>
              <a:buAutoNum type="arabicPeriod" startAt="4"/>
            </a:pPr>
            <a:endParaRPr lang="en-US" sz="2000">
              <a:latin typeface="Open Sans" panose="020B0606030504020204" charset="0"/>
              <a:cs typeface="Open Sans" panose="020B0606030504020204" charset="0"/>
            </a:endParaRPr>
          </a:p>
          <a:p>
            <a:pPr marL="457200" indent="-457200">
              <a:buFont typeface="+mj-lt"/>
              <a:buAutoNum type="arabicPeriod" startAt="4"/>
            </a:pPr>
            <a:endParaRPr lang="en-US" sz="2000">
              <a:latin typeface="Open Sans" panose="020B0606030504020204" charset="0"/>
              <a:cs typeface="Open Sans" panose="020B0606030504020204" charset="0"/>
            </a:endParaRPr>
          </a:p>
          <a:p>
            <a:pPr marL="457200" indent="-457200">
              <a:buFont typeface="+mj-lt"/>
              <a:buAutoNum type="arabicPeriod" startAt="4"/>
            </a:pPr>
            <a:endParaRPr lang="en-US" sz="2000">
              <a:latin typeface="Open Sans" panose="020B0606030504020204" charset="0"/>
              <a:cs typeface="Open Sans" panose="020B0606030504020204" charset="0"/>
            </a:endParaRPr>
          </a:p>
          <a:p>
            <a:pPr marL="457200" indent="-457200">
              <a:buFont typeface="+mj-lt"/>
              <a:buAutoNum type="arabicPeriod" startAt="4"/>
            </a:pPr>
            <a:endParaRPr lang="en-US" sz="2000">
              <a:latin typeface="Open Sans" panose="020B0606030504020204" charset="0"/>
              <a:cs typeface="Open Sans" panose="020B0606030504020204" charset="0"/>
            </a:endParaRPr>
          </a:p>
          <a:p>
            <a:pPr marL="457200" indent="-457200">
              <a:buFont typeface="+mj-lt"/>
              <a:buAutoNum type="arabicPeriod" startAt="4"/>
            </a:pPr>
            <a:endParaRPr lang="en-US" sz="2000">
              <a:latin typeface="Open Sans" panose="020B0606030504020204" charset="0"/>
              <a:cs typeface="Open Sans" panose="020B0606030504020204" charset="0"/>
            </a:endParaRPr>
          </a:p>
          <a:p>
            <a:pPr marL="457200" indent="-457200">
              <a:buFont typeface="+mj-lt"/>
              <a:buAutoNum type="arabicPeriod" startAt="4"/>
            </a:pPr>
            <a:r>
              <a:rPr lang="en-US" sz="2000">
                <a:latin typeface="Open Sans" panose="020B0606030504020204" charset="0"/>
                <a:cs typeface="Open Sans" panose="020B0606030504020204" charset="0"/>
              </a:rPr>
              <a:t>Klik Finish</a:t>
            </a:r>
            <a:endParaRPr lang="en-US" sz="2000">
              <a:latin typeface="Open Sans" panose="020B0606030504020204" charset="0"/>
              <a:cs typeface="Open Sans" panose="020B0606030504020204" charset="0"/>
            </a:endParaRPr>
          </a:p>
        </p:txBody>
      </p:sp>
      <p:pic>
        <p:nvPicPr>
          <p:cNvPr id="100" name="Picture 99"/>
          <p:cNvPicPr/>
          <p:nvPr/>
        </p:nvPicPr>
        <p:blipFill>
          <a:blip r:embed="rId1"/>
          <a:stretch>
            <a:fillRect/>
          </a:stretch>
        </p:blipFill>
        <p:spPr>
          <a:xfrm>
            <a:off x="6096000" y="3429000"/>
            <a:ext cx="0" cy="0"/>
          </a:xfrm>
          <a:prstGeom prst="rect">
            <a:avLst/>
          </a:prstGeom>
          <a:noFill/>
          <a:ln w="9525">
            <a:noFill/>
          </a:ln>
        </p:spPr>
      </p:pic>
      <p:pic>
        <p:nvPicPr>
          <p:cNvPr id="4" name="Picture Placeholder 3"/>
          <p:cNvPicPr>
            <a:picLocks noChangeAspect="1"/>
          </p:cNvPicPr>
          <p:nvPr>
            <p:ph type="pic" idx="10"/>
          </p:nvPr>
        </p:nvPicPr>
        <p:blipFill>
          <a:blip r:embed="rId2"/>
          <a:stretch>
            <a:fillRect/>
          </a:stretch>
        </p:blipFill>
        <p:spPr>
          <a:xfrm>
            <a:off x="3890010" y="1205865"/>
            <a:ext cx="7762240" cy="4980305"/>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latin typeface="Segoe UI" panose="020B0502040204020203" charset="0"/>
                <a:cs typeface="Segoe UI" panose="020B0502040204020203" charset="0"/>
              </a:rPr>
              <a:t>Struktur Project</a:t>
            </a:r>
            <a:endParaRPr lang="en-US" altLang="zh-CN" sz="3200">
              <a:latin typeface="Segoe UI" panose="020B0502040204020203" charset="0"/>
              <a:cs typeface="Segoe UI" panose="020B0502040204020203" charset="0"/>
            </a:endParaRPr>
          </a:p>
        </p:txBody>
      </p:sp>
      <p:pic>
        <p:nvPicPr>
          <p:cNvPr id="100" name="Picture 99"/>
          <p:cNvPicPr/>
          <p:nvPr/>
        </p:nvPicPr>
        <p:blipFill>
          <a:blip r:embed="rId1"/>
          <a:stretch>
            <a:fillRect/>
          </a:stretch>
        </p:blipFill>
        <p:spPr>
          <a:xfrm>
            <a:off x="6096000" y="3429000"/>
            <a:ext cx="0" cy="0"/>
          </a:xfrm>
          <a:prstGeom prst="rect">
            <a:avLst/>
          </a:prstGeom>
          <a:noFill/>
          <a:ln w="9525">
            <a:noFill/>
          </a:ln>
        </p:spPr>
      </p:pic>
      <p:pic>
        <p:nvPicPr>
          <p:cNvPr id="5" name="Picture Placeholder 4"/>
          <p:cNvPicPr>
            <a:picLocks noChangeAspect="1"/>
          </p:cNvPicPr>
          <p:nvPr>
            <p:ph type="pic" idx="10"/>
          </p:nvPr>
        </p:nvPicPr>
        <p:blipFill>
          <a:blip r:embed="rId2"/>
          <a:stretch>
            <a:fillRect/>
          </a:stretch>
        </p:blipFill>
        <p:spPr>
          <a:xfrm>
            <a:off x="4224020" y="239395"/>
            <a:ext cx="4013200" cy="6379845"/>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latin typeface="Segoe UI" panose="020B0502040204020203" charset="0"/>
                <a:cs typeface="Segoe UI" panose="020B0502040204020203" charset="0"/>
              </a:rPr>
              <a:t>Android Virtual Device</a:t>
            </a:r>
            <a:endParaRPr lang="en-US" altLang="zh-CN" sz="3200">
              <a:latin typeface="Segoe UI" panose="020B0502040204020203" charset="0"/>
              <a:cs typeface="Segoe UI" panose="020B0502040204020203" charset="0"/>
            </a:endParaRPr>
          </a:p>
        </p:txBody>
      </p:sp>
      <p:pic>
        <p:nvPicPr>
          <p:cNvPr id="100" name="Picture 99"/>
          <p:cNvPicPr/>
          <p:nvPr/>
        </p:nvPicPr>
        <p:blipFill>
          <a:blip r:embed="rId1"/>
          <a:stretch>
            <a:fillRect/>
          </a:stretch>
        </p:blipFill>
        <p:spPr>
          <a:xfrm>
            <a:off x="6096000" y="3429000"/>
            <a:ext cx="0" cy="0"/>
          </a:xfrm>
          <a:prstGeom prst="rect">
            <a:avLst/>
          </a:prstGeom>
          <a:noFill/>
          <a:ln w="9525">
            <a:noFill/>
          </a:ln>
        </p:spPr>
      </p:pic>
      <p:sp>
        <p:nvSpPr>
          <p:cNvPr id="4" name="Text Box 3"/>
          <p:cNvSpPr txBox="1"/>
          <p:nvPr/>
        </p:nvSpPr>
        <p:spPr>
          <a:xfrm>
            <a:off x="3620770" y="613410"/>
            <a:ext cx="8009890" cy="5631180"/>
          </a:xfrm>
          <a:prstGeom prst="rect">
            <a:avLst/>
          </a:prstGeom>
          <a:noFill/>
        </p:spPr>
        <p:txBody>
          <a:bodyPr wrap="square" rtlCol="0" anchor="t">
            <a:spAutoFit/>
          </a:bodyPr>
          <a:p>
            <a:pPr marL="457200" lvl="0" indent="-311150" algn="l" rtl="0">
              <a:spcBef>
                <a:spcPts val="0"/>
              </a:spcBef>
              <a:spcAft>
                <a:spcPts val="0"/>
              </a:spcAft>
              <a:buSzPts val="1300"/>
              <a:buChar char="●"/>
            </a:pPr>
            <a:r>
              <a:rPr lang="en-US" sz="2400">
                <a:latin typeface="Open Sans" panose="020B0606030504020204" charset="0"/>
                <a:cs typeface="Open Sans" panose="020B0606030504020204" charset="0"/>
                <a:sym typeface="+mn-ea"/>
              </a:rPr>
              <a:t>Saat kita membuat aplikasi Android, kita tidak bisa menjalankan aplikasinya di sistem operasi Windows, Mac atau Linux yang kita gunakan.</a:t>
            </a:r>
            <a:endParaRPr lang="en-US" sz="2400">
              <a:latin typeface="Open Sans" panose="020B0606030504020204" charset="0"/>
              <a:cs typeface="Open Sans" panose="020B0606030504020204" charset="0"/>
              <a:sym typeface="+mn-ea"/>
            </a:endParaRPr>
          </a:p>
          <a:p>
            <a:pPr marL="457200" lvl="0" indent="-311150" algn="l" rtl="0">
              <a:spcBef>
                <a:spcPts val="0"/>
              </a:spcBef>
              <a:spcAft>
                <a:spcPts val="0"/>
              </a:spcAft>
              <a:buSzPts val="1300"/>
              <a:buChar char="●"/>
            </a:pPr>
            <a:endParaRPr lang="en-US" sz="2400">
              <a:latin typeface="Open Sans" panose="020B0606030504020204" charset="0"/>
              <a:cs typeface="Open Sans" panose="020B0606030504020204" charset="0"/>
              <a:sym typeface="+mn-ea"/>
            </a:endParaRPr>
          </a:p>
          <a:p>
            <a:pPr marL="457200" lvl="0" indent="-311150" algn="l" rtl="0">
              <a:spcBef>
                <a:spcPts val="0"/>
              </a:spcBef>
              <a:spcAft>
                <a:spcPts val="0"/>
              </a:spcAft>
              <a:buSzPts val="1300"/>
              <a:buChar char="●"/>
            </a:pPr>
            <a:r>
              <a:rPr lang="en-US" sz="2400">
                <a:latin typeface="Open Sans" panose="020B0606030504020204" charset="0"/>
                <a:cs typeface="Open Sans" panose="020B0606030504020204" charset="0"/>
                <a:sym typeface="+mn-ea"/>
              </a:rPr>
              <a:t>Kita membutuhkan sistem operasi Android untuk menjalankan aplikasi Android kita.</a:t>
            </a:r>
            <a:endParaRPr lang="en-US" sz="2400">
              <a:latin typeface="Open Sans" panose="020B0606030504020204" charset="0"/>
              <a:cs typeface="Open Sans" panose="020B0606030504020204" charset="0"/>
              <a:sym typeface="+mn-ea"/>
            </a:endParaRPr>
          </a:p>
          <a:p>
            <a:pPr marL="457200" lvl="0" indent="-311150" algn="l" rtl="0">
              <a:spcBef>
                <a:spcPts val="0"/>
              </a:spcBef>
              <a:spcAft>
                <a:spcPts val="0"/>
              </a:spcAft>
              <a:buSzPts val="1300"/>
              <a:buChar char="●"/>
            </a:pPr>
            <a:endParaRPr lang="en-US" sz="2400">
              <a:latin typeface="Open Sans" panose="020B0606030504020204" charset="0"/>
              <a:cs typeface="Open Sans" panose="020B0606030504020204" charset="0"/>
              <a:sym typeface="+mn-ea"/>
            </a:endParaRPr>
          </a:p>
          <a:p>
            <a:pPr marL="457200" lvl="0" indent="-311150" algn="l" rtl="0">
              <a:spcBef>
                <a:spcPts val="0"/>
              </a:spcBef>
              <a:spcAft>
                <a:spcPts val="0"/>
              </a:spcAft>
              <a:buSzPts val="1300"/>
              <a:buChar char="●"/>
            </a:pPr>
            <a:r>
              <a:rPr lang="en-US" sz="2400">
                <a:latin typeface="Open Sans" panose="020B0606030504020204" charset="0"/>
                <a:cs typeface="Open Sans" panose="020B0606030504020204" charset="0"/>
                <a:sym typeface="+mn-ea"/>
              </a:rPr>
              <a:t>Ada dua cara menjalankan aplikasi Android kita, pertama menggunakan device Android kita, kedua membuat Virtual Device.</a:t>
            </a:r>
            <a:endParaRPr lang="en-US" sz="2400">
              <a:latin typeface="Open Sans" panose="020B0606030504020204" charset="0"/>
              <a:cs typeface="Open Sans" panose="020B0606030504020204" charset="0"/>
              <a:sym typeface="+mn-ea"/>
            </a:endParaRPr>
          </a:p>
          <a:p>
            <a:pPr marL="457200" lvl="0" indent="-311150" algn="l" rtl="0">
              <a:spcBef>
                <a:spcPts val="0"/>
              </a:spcBef>
              <a:spcAft>
                <a:spcPts val="0"/>
              </a:spcAft>
              <a:buSzPts val="1300"/>
              <a:buChar char="●"/>
            </a:pPr>
            <a:endParaRPr lang="en-US" sz="2400">
              <a:latin typeface="Open Sans" panose="020B0606030504020204" charset="0"/>
              <a:cs typeface="Open Sans" panose="020B0606030504020204" charset="0"/>
              <a:sym typeface="+mn-ea"/>
            </a:endParaRPr>
          </a:p>
          <a:p>
            <a:pPr marL="457200" lvl="0" indent="-311150" algn="l" rtl="0">
              <a:spcBef>
                <a:spcPts val="0"/>
              </a:spcBef>
              <a:spcAft>
                <a:spcPts val="0"/>
              </a:spcAft>
              <a:buSzPts val="1300"/>
              <a:buChar char="●"/>
            </a:pPr>
            <a:r>
              <a:rPr lang="en-US" sz="2400">
                <a:latin typeface="Open Sans" panose="020B0606030504020204" charset="0"/>
                <a:cs typeface="Open Sans" panose="020B0606030504020204" charset="0"/>
                <a:sym typeface="+mn-ea"/>
              </a:rPr>
              <a:t>Dan untungnya Android SDK mendukung kita untuk membuat Virtual Device, sehingga akan memudahkan kita menjalankan sistem operasi Android secara virtual.</a:t>
            </a:r>
            <a:endParaRPr lang="en-US" sz="2400">
              <a:latin typeface="Open Sans" panose="020B0606030504020204" charset="0"/>
              <a:cs typeface="Open Sans" panose="020B0606030504020204" charset="0"/>
              <a:sym typeface="+mn-ea"/>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latin typeface="Segoe UI" panose="020B0502040204020203" charset="0"/>
                <a:cs typeface="Segoe UI" panose="020B0502040204020203" charset="0"/>
              </a:rPr>
              <a:t>Membuat Android Virtual Device</a:t>
            </a:r>
            <a:endParaRPr lang="en-US" altLang="zh-CN" sz="3200">
              <a:latin typeface="Segoe UI" panose="020B0502040204020203" charset="0"/>
              <a:cs typeface="Segoe UI" panose="020B0502040204020203" charset="0"/>
            </a:endParaRPr>
          </a:p>
        </p:txBody>
      </p:sp>
      <p:pic>
        <p:nvPicPr>
          <p:cNvPr id="100" name="Picture 99"/>
          <p:cNvPicPr/>
          <p:nvPr/>
        </p:nvPicPr>
        <p:blipFill>
          <a:blip r:embed="rId1"/>
          <a:stretch>
            <a:fillRect/>
          </a:stretch>
        </p:blipFill>
        <p:spPr>
          <a:xfrm>
            <a:off x="6096000" y="3429000"/>
            <a:ext cx="0" cy="0"/>
          </a:xfrm>
          <a:prstGeom prst="rect">
            <a:avLst/>
          </a:prstGeom>
          <a:noFill/>
          <a:ln w="9525">
            <a:noFill/>
          </a:ln>
        </p:spPr>
      </p:pic>
      <p:pic>
        <p:nvPicPr>
          <p:cNvPr id="3" name="Picture Placeholder 2"/>
          <p:cNvPicPr>
            <a:picLocks noChangeAspect="1"/>
          </p:cNvPicPr>
          <p:nvPr>
            <p:ph type="pic" idx="10"/>
          </p:nvPr>
        </p:nvPicPr>
        <p:blipFill>
          <a:blip r:embed="rId2"/>
          <a:stretch>
            <a:fillRect/>
          </a:stretch>
        </p:blipFill>
        <p:spPr>
          <a:xfrm>
            <a:off x="3905250" y="1311910"/>
            <a:ext cx="7622540" cy="4403090"/>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latin typeface="Segoe UI" panose="020B0502040204020203" charset="0"/>
                <a:cs typeface="Segoe UI" panose="020B0502040204020203" charset="0"/>
              </a:rPr>
              <a:t>Android Development Mode</a:t>
            </a:r>
            <a:endParaRPr lang="en-US" altLang="zh-CN" sz="3200">
              <a:latin typeface="Segoe UI" panose="020B0502040204020203" charset="0"/>
              <a:cs typeface="Segoe UI" panose="020B0502040204020203" charset="0"/>
            </a:endParaRPr>
          </a:p>
        </p:txBody>
      </p:sp>
      <p:pic>
        <p:nvPicPr>
          <p:cNvPr id="100" name="Picture 99"/>
          <p:cNvPicPr/>
          <p:nvPr/>
        </p:nvPicPr>
        <p:blipFill>
          <a:blip r:embed="rId1"/>
          <a:stretch>
            <a:fillRect/>
          </a:stretch>
        </p:blipFill>
        <p:spPr>
          <a:xfrm>
            <a:off x="6096000" y="3429000"/>
            <a:ext cx="0" cy="0"/>
          </a:xfrm>
          <a:prstGeom prst="rect">
            <a:avLst/>
          </a:prstGeom>
          <a:noFill/>
          <a:ln w="9525">
            <a:noFill/>
          </a:ln>
        </p:spPr>
      </p:pic>
      <p:sp>
        <p:nvSpPr>
          <p:cNvPr id="4" name="Text Box 3"/>
          <p:cNvSpPr txBox="1"/>
          <p:nvPr/>
        </p:nvSpPr>
        <p:spPr>
          <a:xfrm>
            <a:off x="3620770" y="613410"/>
            <a:ext cx="8009890" cy="5262245"/>
          </a:xfrm>
          <a:prstGeom prst="rect">
            <a:avLst/>
          </a:prstGeom>
          <a:noFill/>
        </p:spPr>
        <p:txBody>
          <a:bodyPr wrap="square" rtlCol="0" anchor="t">
            <a:spAutoFit/>
          </a:bodyPr>
          <a:p>
            <a:pPr marL="457200" lvl="0" indent="-311150" algn="l" rtl="0">
              <a:spcBef>
                <a:spcPts val="0"/>
              </a:spcBef>
              <a:spcAft>
                <a:spcPts val="0"/>
              </a:spcAft>
              <a:buSzPts val="1300"/>
              <a:buChar char="●"/>
            </a:pPr>
            <a:r>
              <a:rPr lang="en-US" sz="2400">
                <a:latin typeface="Open Sans" panose="020B0606030504020204" charset="0"/>
                <a:cs typeface="Open Sans" panose="020B0606030504020204" charset="0"/>
                <a:sym typeface="+mn-ea"/>
              </a:rPr>
              <a:t>Selain menggunakan Android Virtual Device, kita juga bisa menggunakan smartphone Android untuk mencoba aplikasi Android.</a:t>
            </a:r>
            <a:endParaRPr lang="en-US" sz="2400">
              <a:latin typeface="Open Sans" panose="020B0606030504020204" charset="0"/>
              <a:cs typeface="Open Sans" panose="020B0606030504020204" charset="0"/>
              <a:sym typeface="+mn-ea"/>
            </a:endParaRPr>
          </a:p>
          <a:p>
            <a:pPr marL="457200" lvl="0" indent="-311150" algn="l" rtl="0">
              <a:spcBef>
                <a:spcPts val="0"/>
              </a:spcBef>
              <a:spcAft>
                <a:spcPts val="0"/>
              </a:spcAft>
              <a:buSzPts val="1300"/>
              <a:buChar char="●"/>
            </a:pPr>
            <a:endParaRPr lang="en-US" sz="2400">
              <a:latin typeface="Open Sans" panose="020B0606030504020204" charset="0"/>
              <a:cs typeface="Open Sans" panose="020B0606030504020204" charset="0"/>
              <a:sym typeface="+mn-ea"/>
            </a:endParaRPr>
          </a:p>
          <a:p>
            <a:pPr marL="457200" lvl="0" indent="-311150" algn="l" rtl="0">
              <a:spcBef>
                <a:spcPts val="0"/>
              </a:spcBef>
              <a:spcAft>
                <a:spcPts val="0"/>
              </a:spcAft>
              <a:buSzPts val="1300"/>
              <a:buChar char="●"/>
            </a:pPr>
            <a:r>
              <a:rPr lang="en-US" sz="2400">
                <a:latin typeface="Open Sans" panose="020B0606030504020204" charset="0"/>
                <a:cs typeface="Open Sans" panose="020B0606030504020204" charset="0"/>
                <a:sym typeface="+mn-ea"/>
              </a:rPr>
              <a:t>Namun sebelum kita bisa menggunakan smartphone Android kita, terlebih dahulu kita perlu menjalankan Development Mode di smartphone Android kita.</a:t>
            </a:r>
            <a:endParaRPr lang="en-US" sz="2400">
              <a:latin typeface="Open Sans" panose="020B0606030504020204" charset="0"/>
              <a:cs typeface="Open Sans" panose="020B0606030504020204" charset="0"/>
              <a:sym typeface="+mn-ea"/>
            </a:endParaRPr>
          </a:p>
          <a:p>
            <a:pPr marL="457200" lvl="0" indent="-311150" algn="l" rtl="0">
              <a:spcBef>
                <a:spcPts val="0"/>
              </a:spcBef>
              <a:spcAft>
                <a:spcPts val="0"/>
              </a:spcAft>
              <a:buSzPts val="1300"/>
              <a:buChar char="●"/>
            </a:pPr>
            <a:endParaRPr lang="en-US" sz="2400">
              <a:latin typeface="Open Sans" panose="020B0606030504020204" charset="0"/>
              <a:cs typeface="Open Sans" panose="020B0606030504020204" charset="0"/>
              <a:sym typeface="+mn-ea"/>
            </a:endParaRPr>
          </a:p>
          <a:p>
            <a:pPr marL="457200" lvl="0" indent="-311150" algn="l" rtl="0">
              <a:spcBef>
                <a:spcPts val="0"/>
              </a:spcBef>
              <a:spcAft>
                <a:spcPts val="0"/>
              </a:spcAft>
              <a:buSzPts val="1300"/>
              <a:buChar char="●"/>
            </a:pPr>
            <a:r>
              <a:rPr lang="en-US" sz="2400">
                <a:latin typeface="Open Sans" panose="020B0606030504020204" charset="0"/>
                <a:cs typeface="Open Sans" panose="020B0606030504020204" charset="0"/>
                <a:sym typeface="+mn-ea"/>
              </a:rPr>
              <a:t>Biasanya tiap merek smartphone memiliki cara sendiri-sendiri untuk mengaktifkan Development Mode, oleh karena itu disarankan untuk mencari di internet cara mengaktifkan Development Mode pada merek smartphone yang kita gunakan</a:t>
            </a:r>
            <a:endParaRPr lang="en-US" sz="2400">
              <a:latin typeface="Open Sans" panose="020B0606030504020204" charset="0"/>
              <a:cs typeface="Open Sans" panose="020B0606030504020204" charset="0"/>
              <a:sym typeface="+mn-ea"/>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latin typeface="Segoe UI" panose="020B0502040204020203" charset="0"/>
                <a:cs typeface="Segoe UI" panose="020B0502040204020203" charset="0"/>
              </a:rPr>
              <a:t>Android Build System</a:t>
            </a:r>
            <a:endParaRPr lang="en-US" altLang="zh-CN" sz="3200">
              <a:latin typeface="Segoe UI" panose="020B0502040204020203" charset="0"/>
              <a:cs typeface="Segoe UI" panose="020B0502040204020203" charset="0"/>
            </a:endParaRPr>
          </a:p>
        </p:txBody>
      </p:sp>
      <p:pic>
        <p:nvPicPr>
          <p:cNvPr id="100" name="Picture 99"/>
          <p:cNvPicPr/>
          <p:nvPr/>
        </p:nvPicPr>
        <p:blipFill>
          <a:blip r:embed="rId1"/>
          <a:stretch>
            <a:fillRect/>
          </a:stretch>
        </p:blipFill>
        <p:spPr>
          <a:xfrm>
            <a:off x="6096000" y="3429000"/>
            <a:ext cx="0" cy="0"/>
          </a:xfrm>
          <a:prstGeom prst="rect">
            <a:avLst/>
          </a:prstGeom>
          <a:noFill/>
          <a:ln w="9525">
            <a:noFill/>
          </a:ln>
        </p:spPr>
      </p:pic>
      <p:sp>
        <p:nvSpPr>
          <p:cNvPr id="4" name="Text Box 3"/>
          <p:cNvSpPr txBox="1"/>
          <p:nvPr/>
        </p:nvSpPr>
        <p:spPr>
          <a:xfrm>
            <a:off x="3620770" y="613410"/>
            <a:ext cx="8009890" cy="6000750"/>
          </a:xfrm>
          <a:prstGeom prst="rect">
            <a:avLst/>
          </a:prstGeom>
          <a:noFill/>
        </p:spPr>
        <p:txBody>
          <a:bodyPr wrap="square" rtlCol="0" anchor="t">
            <a:spAutoFit/>
          </a:bodyPr>
          <a:p>
            <a:pPr marL="457200" lvl="0" indent="-311150" algn="l" rtl="0">
              <a:spcBef>
                <a:spcPts val="0"/>
              </a:spcBef>
              <a:spcAft>
                <a:spcPts val="0"/>
              </a:spcAft>
              <a:buSzPts val="1300"/>
              <a:buChar char="●"/>
            </a:pPr>
            <a:r>
              <a:rPr lang="en-US" sz="2400">
                <a:latin typeface="Open Sans" panose="020B0606030504020204" charset="0"/>
                <a:cs typeface="Open Sans" panose="020B0606030504020204" charset="0"/>
                <a:sym typeface="+mn-ea"/>
              </a:rPr>
              <a:t>Android build system akan melakukan kompilasi aplikasi dari kode program dan resource dan mem-package semuanya menjadi sebuah aplikasi Android.</a:t>
            </a:r>
            <a:endParaRPr lang="en-US" sz="2400">
              <a:latin typeface="Open Sans" panose="020B0606030504020204" charset="0"/>
              <a:cs typeface="Open Sans" panose="020B0606030504020204" charset="0"/>
              <a:sym typeface="+mn-ea"/>
            </a:endParaRPr>
          </a:p>
          <a:p>
            <a:pPr marL="457200" lvl="0" indent="-311150" algn="l" rtl="0">
              <a:spcBef>
                <a:spcPts val="0"/>
              </a:spcBef>
              <a:spcAft>
                <a:spcPts val="0"/>
              </a:spcAft>
              <a:buSzPts val="1300"/>
              <a:buChar char="●"/>
            </a:pPr>
            <a:endParaRPr lang="en-US" sz="2400">
              <a:latin typeface="Open Sans" panose="020B0606030504020204" charset="0"/>
              <a:cs typeface="Open Sans" panose="020B0606030504020204" charset="0"/>
              <a:sym typeface="+mn-ea"/>
            </a:endParaRPr>
          </a:p>
          <a:p>
            <a:pPr marL="457200" lvl="0" indent="-311150" algn="l" rtl="0">
              <a:spcBef>
                <a:spcPts val="0"/>
              </a:spcBef>
              <a:spcAft>
                <a:spcPts val="0"/>
              </a:spcAft>
              <a:buSzPts val="1300"/>
              <a:buChar char="●"/>
            </a:pPr>
            <a:r>
              <a:rPr lang="en-US" sz="2400">
                <a:latin typeface="Open Sans" panose="020B0606030504020204" charset="0"/>
                <a:cs typeface="Open Sans" panose="020B0606030504020204" charset="0"/>
                <a:sym typeface="+mn-ea"/>
              </a:rPr>
              <a:t>Android Studio menggunakan Gradle, untuk melakukan otomatisasi semua proses tersebut, sehingga kita tidak perlu melakukannya secara manual lagi menggunakan Android Build System.</a:t>
            </a:r>
            <a:endParaRPr lang="en-US" sz="2400">
              <a:latin typeface="Open Sans" panose="020B0606030504020204" charset="0"/>
              <a:cs typeface="Open Sans" panose="020B0606030504020204" charset="0"/>
              <a:sym typeface="+mn-ea"/>
            </a:endParaRPr>
          </a:p>
          <a:p>
            <a:pPr marL="457200" lvl="0" indent="-311150" algn="l" rtl="0">
              <a:spcBef>
                <a:spcPts val="0"/>
              </a:spcBef>
              <a:spcAft>
                <a:spcPts val="0"/>
              </a:spcAft>
              <a:buSzPts val="1300"/>
              <a:buChar char="●"/>
            </a:pPr>
            <a:endParaRPr lang="en-US" sz="2400">
              <a:latin typeface="Open Sans" panose="020B0606030504020204" charset="0"/>
              <a:cs typeface="Open Sans" panose="020B0606030504020204" charset="0"/>
              <a:sym typeface="+mn-ea"/>
            </a:endParaRPr>
          </a:p>
          <a:p>
            <a:pPr marL="457200" lvl="0" indent="-311150" algn="l" rtl="0">
              <a:spcBef>
                <a:spcPts val="0"/>
              </a:spcBef>
              <a:spcAft>
                <a:spcPts val="0"/>
              </a:spcAft>
              <a:buSzPts val="1300"/>
              <a:buChar char="●"/>
            </a:pPr>
            <a:r>
              <a:rPr lang="en-US" sz="2400">
                <a:latin typeface="Open Sans" panose="020B0606030504020204" charset="0"/>
                <a:cs typeface="Open Sans" panose="020B0606030504020204" charset="0"/>
                <a:sym typeface="+mn-ea"/>
              </a:rPr>
              <a:t>Gradle dan Android Build System sendiri sebenarnya bisa berjalan secara independen, oleh karena itu kita wajib menggunakan Android Studio, namun dengan menggunakan Android Studio, akan mempermudah kita ketika membuat aplikasi Android.</a:t>
            </a:r>
            <a:endParaRPr lang="en-US" sz="2400">
              <a:latin typeface="Open Sans" panose="020B0606030504020204" charset="0"/>
              <a:cs typeface="Open Sans" panose="020B0606030504020204" charset="0"/>
              <a:sym typeface="+mn-ea"/>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latin typeface="Segoe UI" panose="020B0502040204020203" charset="0"/>
                <a:cs typeface="Segoe UI" panose="020B0502040204020203" charset="0"/>
              </a:rPr>
              <a:t>Process Build</a:t>
            </a:r>
            <a:endParaRPr lang="en-US" altLang="zh-CN" sz="3200">
              <a:latin typeface="Segoe UI" panose="020B0502040204020203" charset="0"/>
              <a:cs typeface="Segoe UI" panose="020B0502040204020203" charset="0"/>
            </a:endParaRPr>
          </a:p>
        </p:txBody>
      </p:sp>
      <p:pic>
        <p:nvPicPr>
          <p:cNvPr id="100" name="Picture 99"/>
          <p:cNvPicPr/>
          <p:nvPr/>
        </p:nvPicPr>
        <p:blipFill>
          <a:blip r:embed="rId1"/>
          <a:stretch>
            <a:fillRect/>
          </a:stretch>
        </p:blipFill>
        <p:spPr>
          <a:xfrm>
            <a:off x="6096000" y="3429000"/>
            <a:ext cx="0" cy="0"/>
          </a:xfrm>
          <a:prstGeom prst="rect">
            <a:avLst/>
          </a:prstGeom>
          <a:noFill/>
          <a:ln w="9525">
            <a:noFill/>
          </a:ln>
        </p:spPr>
      </p:pic>
      <p:sp>
        <p:nvSpPr>
          <p:cNvPr id="4" name="Text Box 3"/>
          <p:cNvSpPr txBox="1"/>
          <p:nvPr/>
        </p:nvSpPr>
        <p:spPr>
          <a:xfrm>
            <a:off x="8372475" y="613410"/>
            <a:ext cx="3512820" cy="5631180"/>
          </a:xfrm>
          <a:prstGeom prst="rect">
            <a:avLst/>
          </a:prstGeom>
          <a:noFill/>
        </p:spPr>
        <p:txBody>
          <a:bodyPr wrap="square" rtlCol="0" anchor="t">
            <a:spAutoFit/>
          </a:bodyPr>
          <a:p>
            <a:pPr marL="457200" lvl="0" indent="-311150" algn="l" rtl="0">
              <a:spcBef>
                <a:spcPts val="0"/>
              </a:spcBef>
              <a:spcAft>
                <a:spcPts val="0"/>
              </a:spcAft>
              <a:buSzPts val="1300"/>
              <a:buChar char="●"/>
            </a:pPr>
            <a:r>
              <a:rPr lang="en-US" sz="2400">
                <a:latin typeface="Open Sans" panose="020B0606030504020204" charset="0"/>
                <a:cs typeface="Open Sans" panose="020B0606030504020204" charset="0"/>
                <a:sym typeface="+mn-ea"/>
              </a:rPr>
              <a:t>Compiler akan melakukan kompulasi semua kode kita menjadi DEX (Dalvix Executable) file.</a:t>
            </a:r>
            <a:endParaRPr lang="en-US" sz="2400">
              <a:latin typeface="Open Sans" panose="020B0606030504020204" charset="0"/>
              <a:cs typeface="Open Sans" panose="020B0606030504020204" charset="0"/>
              <a:sym typeface="+mn-ea"/>
            </a:endParaRPr>
          </a:p>
          <a:p>
            <a:pPr marL="457200" lvl="0" indent="-311150" algn="l" rtl="0">
              <a:spcBef>
                <a:spcPts val="0"/>
              </a:spcBef>
              <a:spcAft>
                <a:spcPts val="0"/>
              </a:spcAft>
              <a:buSzPts val="1300"/>
              <a:buChar char="●"/>
            </a:pPr>
            <a:r>
              <a:rPr lang="en-US" sz="2400">
                <a:latin typeface="Open Sans" panose="020B0606030504020204" charset="0"/>
                <a:cs typeface="Open Sans" panose="020B0606030504020204" charset="0"/>
                <a:sym typeface="+mn-ea"/>
              </a:rPr>
              <a:t>API Packager akan menandai file apakah ini versi debug atau release, sebelum akhirnya dijadikan aplikasi file APK (Android Application Package).</a:t>
            </a:r>
            <a:endParaRPr lang="en-US" sz="2400">
              <a:latin typeface="Open Sans" panose="020B0606030504020204" charset="0"/>
              <a:cs typeface="Open Sans" panose="020B0606030504020204" charset="0"/>
              <a:sym typeface="+mn-ea"/>
            </a:endParaRPr>
          </a:p>
        </p:txBody>
      </p:sp>
      <p:pic>
        <p:nvPicPr>
          <p:cNvPr id="354" name="Google Shape;354;p58"/>
          <p:cNvPicPr preferRelativeResize="0">
            <a:picLocks noChangeAspect="1"/>
          </p:cNvPicPr>
          <p:nvPr>
            <p:ph type="pic" idx="10"/>
          </p:nvPr>
        </p:nvPicPr>
        <p:blipFill>
          <a:blip r:embed="rId2"/>
          <a:stretch>
            <a:fillRect/>
          </a:stretch>
        </p:blipFill>
        <p:spPr>
          <a:xfrm>
            <a:off x="3477895" y="676275"/>
            <a:ext cx="4894580" cy="5504815"/>
          </a:xfrm>
          <a:prstGeom prst="rect">
            <a:avLst/>
          </a:prstGeom>
          <a:noFill/>
          <a:ln>
            <a:noFill/>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latin typeface="Segoe UI" panose="020B0502040204020203" charset="0"/>
                <a:cs typeface="Segoe UI" panose="020B0502040204020203" charset="0"/>
              </a:rPr>
              <a:t>Konfigurasi Modul Aplikasi</a:t>
            </a:r>
            <a:endParaRPr lang="en-US" altLang="zh-CN" sz="3200">
              <a:latin typeface="Segoe UI" panose="020B0502040204020203" charset="0"/>
              <a:cs typeface="Segoe UI" panose="020B0502040204020203" charset="0"/>
            </a:endParaRPr>
          </a:p>
        </p:txBody>
      </p:sp>
      <p:pic>
        <p:nvPicPr>
          <p:cNvPr id="100" name="Picture 99"/>
          <p:cNvPicPr/>
          <p:nvPr/>
        </p:nvPicPr>
        <p:blipFill>
          <a:blip r:embed="rId1"/>
          <a:stretch>
            <a:fillRect/>
          </a:stretch>
        </p:blipFill>
        <p:spPr>
          <a:xfrm>
            <a:off x="6096000" y="3429000"/>
            <a:ext cx="0" cy="0"/>
          </a:xfrm>
          <a:prstGeom prst="rect">
            <a:avLst/>
          </a:prstGeom>
          <a:noFill/>
          <a:ln w="9525">
            <a:noFill/>
          </a:ln>
        </p:spPr>
      </p:pic>
      <p:sp>
        <p:nvSpPr>
          <p:cNvPr id="4" name="Text Box 3"/>
          <p:cNvSpPr txBox="1"/>
          <p:nvPr/>
        </p:nvSpPr>
        <p:spPr>
          <a:xfrm>
            <a:off x="3902710" y="982980"/>
            <a:ext cx="7720965" cy="4892675"/>
          </a:xfrm>
          <a:prstGeom prst="rect">
            <a:avLst/>
          </a:prstGeom>
          <a:noFill/>
        </p:spPr>
        <p:txBody>
          <a:bodyPr wrap="square" rtlCol="0" anchor="t">
            <a:spAutoFit/>
          </a:bodyPr>
          <a:p>
            <a:pPr marL="457200" lvl="0" indent="-311150" algn="l" rtl="0">
              <a:spcBef>
                <a:spcPts val="0"/>
              </a:spcBef>
              <a:spcAft>
                <a:spcPts val="0"/>
              </a:spcAft>
              <a:buSzPts val="1300"/>
              <a:buChar char="●"/>
            </a:pPr>
            <a:r>
              <a:rPr lang="en-US" sz="2400">
                <a:sym typeface="+mn-ea"/>
              </a:rPr>
              <a:t>Setiap module di project, terdapat gradle file build.gradle yang berisikan konfigurasi dari module aplikasi.</a:t>
            </a:r>
            <a:endParaRPr lang="en-US" sz="2400">
              <a:sym typeface="+mn-ea"/>
            </a:endParaRPr>
          </a:p>
          <a:p>
            <a:pPr marL="457200" lvl="0" indent="-311150" algn="l" rtl="0">
              <a:spcBef>
                <a:spcPts val="0"/>
              </a:spcBef>
              <a:spcAft>
                <a:spcPts val="0"/>
              </a:spcAft>
              <a:buSzPts val="1300"/>
              <a:buChar char="●"/>
            </a:pPr>
            <a:endParaRPr lang="en-US" sz="2400"/>
          </a:p>
          <a:p>
            <a:pPr marL="457200" lvl="0" indent="-311150" algn="l" rtl="0">
              <a:spcBef>
                <a:spcPts val="0"/>
              </a:spcBef>
              <a:spcAft>
                <a:spcPts val="0"/>
              </a:spcAft>
              <a:buSzPts val="1300"/>
              <a:buChar char="●"/>
            </a:pPr>
            <a:r>
              <a:rPr lang="en-US" sz="2400">
                <a:sym typeface="+mn-ea"/>
              </a:rPr>
              <a:t>Kita perlu menentukan konfigurasi pada modul aplikasi sesuai dengan build configuration yang kita gunakan, misal kita harus pastikan sdk dan target sdk nya sesuai dengan yang kita gunakan misalnya.</a:t>
            </a:r>
            <a:endParaRPr lang="en-US" sz="2400">
              <a:sym typeface="+mn-ea"/>
            </a:endParaRPr>
          </a:p>
          <a:p>
            <a:pPr marL="457200" lvl="0" indent="-311150" algn="l" rtl="0">
              <a:spcBef>
                <a:spcPts val="0"/>
              </a:spcBef>
              <a:spcAft>
                <a:spcPts val="0"/>
              </a:spcAft>
              <a:buSzPts val="1300"/>
              <a:buChar char="●"/>
            </a:pPr>
            <a:endParaRPr lang="en-US" sz="2400"/>
          </a:p>
          <a:p>
            <a:pPr marL="457200" lvl="0" indent="-311150" algn="l" rtl="0">
              <a:spcBef>
                <a:spcPts val="0"/>
              </a:spcBef>
              <a:spcAft>
                <a:spcPts val="0"/>
              </a:spcAft>
              <a:buSzPts val="1300"/>
              <a:buChar char="●"/>
            </a:pPr>
            <a:r>
              <a:rPr lang="en-US" sz="2400">
                <a:sym typeface="+mn-ea"/>
              </a:rPr>
              <a:t>Selain kita juga perlu menentukan applicationId, yang mana itu adalah id dari aplikasi kita, dan harus unik secara global, artinya tidak boleh ada yang sama.</a:t>
            </a:r>
            <a:endParaRPr lang="en-US" sz="2400">
              <a:latin typeface="Open Sans" panose="020B0606030504020204" charset="0"/>
              <a:cs typeface="Open Sans" panose="020B0606030504020204" charset="0"/>
              <a:sym typeface="+mn-ea"/>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latin typeface="Segoe UI" panose="020B0502040204020203" charset="0"/>
                <a:cs typeface="Segoe UI" panose="020B0502040204020203" charset="0"/>
              </a:rPr>
              <a:t>Konfigurasi Modul Aplikasi</a:t>
            </a:r>
            <a:endParaRPr lang="en-US" altLang="zh-CN" sz="3200">
              <a:latin typeface="Segoe UI" panose="020B0502040204020203" charset="0"/>
              <a:cs typeface="Segoe UI" panose="020B0502040204020203" charset="0"/>
            </a:endParaRPr>
          </a:p>
        </p:txBody>
      </p:sp>
      <p:pic>
        <p:nvPicPr>
          <p:cNvPr id="100" name="Picture 99"/>
          <p:cNvPicPr/>
          <p:nvPr/>
        </p:nvPicPr>
        <p:blipFill>
          <a:blip r:embed="rId1"/>
          <a:stretch>
            <a:fillRect/>
          </a:stretch>
        </p:blipFill>
        <p:spPr>
          <a:xfrm>
            <a:off x="6096000" y="3429000"/>
            <a:ext cx="0" cy="0"/>
          </a:xfrm>
          <a:prstGeom prst="rect">
            <a:avLst/>
          </a:prstGeom>
          <a:noFill/>
          <a:ln w="9525">
            <a:noFill/>
          </a:ln>
        </p:spPr>
      </p:pic>
      <p:pic>
        <p:nvPicPr>
          <p:cNvPr id="2" name="Picture 1"/>
          <p:cNvPicPr>
            <a:picLocks noChangeAspect="1"/>
          </p:cNvPicPr>
          <p:nvPr/>
        </p:nvPicPr>
        <p:blipFill>
          <a:blip r:embed="rId2"/>
          <a:stretch>
            <a:fillRect/>
          </a:stretch>
        </p:blipFill>
        <p:spPr>
          <a:xfrm>
            <a:off x="3655060" y="1019810"/>
            <a:ext cx="7224395" cy="4819015"/>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latin typeface="Segoe UI" panose="020B0502040204020203" charset="0"/>
                <a:cs typeface="Segoe UI" panose="020B0502040204020203" charset="0"/>
              </a:rPr>
              <a:t>Android Package Manager</a:t>
            </a:r>
            <a:endParaRPr lang="en-US" altLang="zh-CN" sz="3200">
              <a:latin typeface="Segoe UI" panose="020B0502040204020203" charset="0"/>
              <a:cs typeface="Segoe UI" panose="020B0502040204020203" charset="0"/>
            </a:endParaRPr>
          </a:p>
        </p:txBody>
      </p:sp>
      <p:pic>
        <p:nvPicPr>
          <p:cNvPr id="100" name="Picture 99"/>
          <p:cNvPicPr/>
          <p:nvPr/>
        </p:nvPicPr>
        <p:blipFill>
          <a:blip r:embed="rId1"/>
          <a:stretch>
            <a:fillRect/>
          </a:stretch>
        </p:blipFill>
        <p:spPr>
          <a:xfrm>
            <a:off x="6096000" y="3429000"/>
            <a:ext cx="0" cy="0"/>
          </a:xfrm>
          <a:prstGeom prst="rect">
            <a:avLst/>
          </a:prstGeom>
          <a:noFill/>
          <a:ln w="9525">
            <a:noFill/>
          </a:ln>
        </p:spPr>
      </p:pic>
      <p:sp>
        <p:nvSpPr>
          <p:cNvPr id="4" name="Text Box 3"/>
          <p:cNvSpPr txBox="1"/>
          <p:nvPr/>
        </p:nvSpPr>
        <p:spPr>
          <a:xfrm>
            <a:off x="3891915" y="1721485"/>
            <a:ext cx="7720965" cy="3415030"/>
          </a:xfrm>
          <a:prstGeom prst="rect">
            <a:avLst/>
          </a:prstGeom>
          <a:noFill/>
        </p:spPr>
        <p:txBody>
          <a:bodyPr wrap="square" rtlCol="0" anchor="t">
            <a:spAutoFit/>
          </a:bodyPr>
          <a:p>
            <a:pPr marL="457200" lvl="0" indent="-311150" algn="l" rtl="0">
              <a:spcBef>
                <a:spcPts val="0"/>
              </a:spcBef>
              <a:spcAft>
                <a:spcPts val="0"/>
              </a:spcAft>
              <a:buSzPts val="1300"/>
              <a:buChar char="●"/>
            </a:pPr>
            <a:r>
              <a:rPr lang="en-US" sz="2400">
                <a:sym typeface="+mn-ea"/>
              </a:rPr>
              <a:t>Sebelum menjalankan aplikasi kita, kita perlu mem-package aplikasi Android kita dalam format APK (Android Application Package).</a:t>
            </a:r>
            <a:endParaRPr lang="en-US" sz="2400">
              <a:sym typeface="+mn-ea"/>
            </a:endParaRPr>
          </a:p>
          <a:p>
            <a:pPr marL="457200" lvl="0" indent="-311150" algn="l" rtl="0">
              <a:spcBef>
                <a:spcPts val="0"/>
              </a:spcBef>
              <a:spcAft>
                <a:spcPts val="0"/>
              </a:spcAft>
              <a:buSzPts val="1300"/>
              <a:buChar char="●"/>
            </a:pPr>
            <a:endParaRPr lang="en-US" sz="2400">
              <a:sym typeface="+mn-ea"/>
            </a:endParaRPr>
          </a:p>
          <a:p>
            <a:pPr marL="457200" lvl="0" indent="-311150" algn="l" rtl="0">
              <a:spcBef>
                <a:spcPts val="0"/>
              </a:spcBef>
              <a:spcAft>
                <a:spcPts val="0"/>
              </a:spcAft>
              <a:buSzPts val="1300"/>
              <a:buChar char="●"/>
            </a:pPr>
            <a:r>
              <a:rPr lang="en-US" sz="2400">
                <a:sym typeface="+mn-ea"/>
              </a:rPr>
              <a:t>Namun hal ini tidak perlu kita lakukan manual, karena secara otomatis Android Studio akan menggunakan Gradle untuk membuat APK secara otomatis, lalu mengirimnya ke Device Android yang kita pilih (Virtual Device atau Device Asli).</a:t>
            </a:r>
            <a:endParaRPr lang="en-US" sz="2400">
              <a:sym typeface="+mn-ea"/>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latin typeface="Segoe UI" panose="020B0502040204020203" charset="0"/>
                <a:cs typeface="Segoe UI" panose="020B0502040204020203" charset="0"/>
              </a:rPr>
              <a:t>Manifest File</a:t>
            </a:r>
            <a:endParaRPr lang="en-US" altLang="zh-CN" sz="3200">
              <a:latin typeface="Segoe UI" panose="020B0502040204020203" charset="0"/>
              <a:cs typeface="Segoe UI" panose="020B0502040204020203" charset="0"/>
            </a:endParaRPr>
          </a:p>
        </p:txBody>
      </p:sp>
      <p:pic>
        <p:nvPicPr>
          <p:cNvPr id="100" name="Picture 99"/>
          <p:cNvPicPr/>
          <p:nvPr/>
        </p:nvPicPr>
        <p:blipFill>
          <a:blip r:embed="rId1"/>
          <a:stretch>
            <a:fillRect/>
          </a:stretch>
        </p:blipFill>
        <p:spPr>
          <a:xfrm>
            <a:off x="6096000" y="3429000"/>
            <a:ext cx="0" cy="0"/>
          </a:xfrm>
          <a:prstGeom prst="rect">
            <a:avLst/>
          </a:prstGeom>
          <a:noFill/>
          <a:ln w="9525">
            <a:noFill/>
          </a:ln>
        </p:spPr>
      </p:pic>
      <p:sp>
        <p:nvSpPr>
          <p:cNvPr id="4" name="Text Box 3"/>
          <p:cNvSpPr txBox="1"/>
          <p:nvPr/>
        </p:nvSpPr>
        <p:spPr>
          <a:xfrm>
            <a:off x="3891915" y="1721485"/>
            <a:ext cx="7720965" cy="3415030"/>
          </a:xfrm>
          <a:prstGeom prst="rect">
            <a:avLst/>
          </a:prstGeom>
          <a:noFill/>
        </p:spPr>
        <p:txBody>
          <a:bodyPr wrap="square" rtlCol="0" anchor="t">
            <a:spAutoFit/>
          </a:bodyPr>
          <a:p>
            <a:pPr marL="457200" lvl="0" indent="-311150" algn="l" rtl="0">
              <a:spcBef>
                <a:spcPts val="0"/>
              </a:spcBef>
              <a:spcAft>
                <a:spcPts val="0"/>
              </a:spcAft>
              <a:buSzPts val="1300"/>
              <a:buChar char="●"/>
            </a:pPr>
            <a:r>
              <a:rPr lang="en-US" sz="2400">
                <a:sym typeface="+mn-ea"/>
              </a:rPr>
              <a:t>Setiap project Android, wajib memiliki Manifest File yaitu AndroidManifest.xml.</a:t>
            </a:r>
            <a:endParaRPr lang="en-US" sz="2400">
              <a:sym typeface="+mn-ea"/>
            </a:endParaRPr>
          </a:p>
          <a:p>
            <a:pPr marL="457200" lvl="0" indent="-311150" algn="l" rtl="0">
              <a:spcBef>
                <a:spcPts val="0"/>
              </a:spcBef>
              <a:spcAft>
                <a:spcPts val="0"/>
              </a:spcAft>
              <a:buSzPts val="1300"/>
              <a:buChar char="●"/>
            </a:pPr>
            <a:endParaRPr lang="en-US" sz="2400">
              <a:sym typeface="+mn-ea"/>
            </a:endParaRPr>
          </a:p>
          <a:p>
            <a:pPr marL="457200" lvl="0" indent="-311150" algn="l" rtl="0">
              <a:spcBef>
                <a:spcPts val="0"/>
              </a:spcBef>
              <a:spcAft>
                <a:spcPts val="0"/>
              </a:spcAft>
              <a:buSzPts val="1300"/>
              <a:buChar char="●"/>
            </a:pPr>
            <a:r>
              <a:rPr lang="en-US" sz="2400">
                <a:sym typeface="+mn-ea"/>
              </a:rPr>
              <a:t>Manifest File berisikan informasi dari aplikasi yang kita buat, seperti informasi Activity, Permission, Intent, Provider, Receiver, Service, dan lain-lain.</a:t>
            </a:r>
            <a:endParaRPr lang="en-US" sz="2400">
              <a:sym typeface="+mn-ea"/>
            </a:endParaRPr>
          </a:p>
          <a:p>
            <a:pPr marL="457200" lvl="0" indent="-311150" algn="l" rtl="0">
              <a:spcBef>
                <a:spcPts val="0"/>
              </a:spcBef>
              <a:spcAft>
                <a:spcPts val="0"/>
              </a:spcAft>
              <a:buSzPts val="1300"/>
              <a:buChar char="●"/>
            </a:pPr>
            <a:endParaRPr lang="en-US" sz="2400">
              <a:sym typeface="+mn-ea"/>
            </a:endParaRPr>
          </a:p>
          <a:p>
            <a:pPr marL="457200" lvl="0" indent="-311150" algn="l" rtl="0">
              <a:spcBef>
                <a:spcPts val="0"/>
              </a:spcBef>
              <a:spcAft>
                <a:spcPts val="0"/>
              </a:spcAft>
              <a:buSzPts val="1300"/>
              <a:buChar char="●"/>
            </a:pPr>
            <a:r>
              <a:rPr lang="en-US" sz="2400">
                <a:sym typeface="+mn-ea"/>
              </a:rPr>
              <a:t>https://developer.android.com/guide/topics/manifest/manifest-intro?hl=id </a:t>
            </a:r>
            <a:endParaRPr lang="en-US" sz="2400">
              <a:sym typeface="+mn-ea"/>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latin typeface="Segoe UI" panose="020B0502040204020203" charset="0"/>
                <a:cs typeface="Segoe UI" panose="020B0502040204020203" charset="0"/>
              </a:rPr>
              <a:t>Manifest File</a:t>
            </a:r>
            <a:endParaRPr lang="en-US" altLang="zh-CN" sz="3200">
              <a:latin typeface="Segoe UI" panose="020B0502040204020203" charset="0"/>
              <a:cs typeface="Segoe UI" panose="020B0502040204020203" charset="0"/>
            </a:endParaRPr>
          </a:p>
        </p:txBody>
      </p:sp>
      <p:pic>
        <p:nvPicPr>
          <p:cNvPr id="100" name="Picture 99"/>
          <p:cNvPicPr/>
          <p:nvPr/>
        </p:nvPicPr>
        <p:blipFill>
          <a:blip r:embed="rId1"/>
          <a:stretch>
            <a:fillRect/>
          </a:stretch>
        </p:blipFill>
        <p:spPr>
          <a:xfrm>
            <a:off x="6096000" y="3429000"/>
            <a:ext cx="0" cy="0"/>
          </a:xfrm>
          <a:prstGeom prst="rect">
            <a:avLst/>
          </a:prstGeom>
          <a:noFill/>
          <a:ln w="9525">
            <a:noFill/>
          </a:ln>
        </p:spPr>
      </p:pic>
      <p:pic>
        <p:nvPicPr>
          <p:cNvPr id="3" name="Picture 2"/>
          <p:cNvPicPr>
            <a:picLocks noChangeAspect="1"/>
          </p:cNvPicPr>
          <p:nvPr/>
        </p:nvPicPr>
        <p:blipFill>
          <a:blip r:embed="rId2"/>
          <a:stretch>
            <a:fillRect/>
          </a:stretch>
        </p:blipFill>
        <p:spPr>
          <a:xfrm>
            <a:off x="3611245" y="728980"/>
            <a:ext cx="6921500" cy="5400675"/>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3DDC84"/>
        </a:solidFill>
        <a:effectLst/>
      </p:bgPr>
    </p:bg>
    <p:spTree>
      <p:nvGrpSpPr>
        <p:cNvPr id="1" name=""/>
        <p:cNvGrpSpPr/>
        <p:nvPr/>
      </p:nvGrpSpPr>
      <p:grpSpPr>
        <a:xfrm>
          <a:off x="0" y="0"/>
          <a:ext cx="0" cy="0"/>
          <a:chOff x="0" y="0"/>
          <a:chExt cx="0" cy="0"/>
        </a:xfrm>
      </p:grpSpPr>
      <p:sp>
        <p:nvSpPr>
          <p:cNvPr id="26" name="文本框 25"/>
          <p:cNvSpPr txBox="1"/>
          <p:nvPr/>
        </p:nvSpPr>
        <p:spPr>
          <a:xfrm>
            <a:off x="2440781" y="3014285"/>
            <a:ext cx="7310438" cy="829945"/>
          </a:xfrm>
          <a:prstGeom prst="rect">
            <a:avLst/>
          </a:prstGeom>
          <a:noFill/>
        </p:spPr>
        <p:txBody>
          <a:bodyPr wrap="square" rtlCol="0">
            <a:spAutoFit/>
          </a:bodyPr>
          <a:lstStyle/>
          <a:p>
            <a:pPr algn="ctr"/>
            <a:r>
              <a:rPr lang="en-US" altLang="zh-CN" sz="4800" dirty="0">
                <a:solidFill>
                  <a:schemeClr val="bg1"/>
                </a:solidFill>
                <a:latin typeface="Segoe UI" panose="020B0502040204020203" charset="0"/>
                <a:cs typeface="Segoe UI" panose="020B0502040204020203" charset="0"/>
              </a:rPr>
              <a:t>Ada Pertanyaan?</a:t>
            </a:r>
            <a:endParaRPr lang="en-US" altLang="zh-CN" sz="4800" dirty="0">
              <a:solidFill>
                <a:schemeClr val="bg1"/>
              </a:solidFill>
              <a:latin typeface="Segoe UI" panose="020B0502040204020203" charset="0"/>
              <a:cs typeface="Segoe UI" panose="020B0502040204020203" charset="0"/>
            </a:endParaRPr>
          </a:p>
        </p:txBody>
      </p:sp>
      <p:sp>
        <p:nvSpPr>
          <p:cNvPr id="27" name="矩形 26"/>
          <p:cNvSpPr/>
          <p:nvPr/>
        </p:nvSpPr>
        <p:spPr>
          <a:xfrm>
            <a:off x="3048000" y="5901129"/>
            <a:ext cx="6096000" cy="614045"/>
          </a:xfrm>
          <a:prstGeom prst="rect">
            <a:avLst/>
          </a:prstGeom>
        </p:spPr>
        <p:txBody>
          <a:bodyPr>
            <a:spAutoFit/>
          </a:bodyPr>
          <a:lstStyle/>
          <a:p>
            <a:pPr algn="ctr">
              <a:lnSpc>
                <a:spcPct val="100000"/>
              </a:lnSpc>
            </a:pPr>
            <a:r>
              <a:rPr lang="en-US" altLang="zh-CN" b="1" dirty="0">
                <a:solidFill>
                  <a:schemeClr val="bg1"/>
                </a:solidFill>
              </a:rPr>
              <a:t>Pemrograman Platform Khusus</a:t>
            </a:r>
            <a:endParaRPr lang="en-US" altLang="zh-CN" sz="1600" dirty="0">
              <a:solidFill>
                <a:schemeClr val="bg1"/>
              </a:solidFill>
            </a:endParaRPr>
          </a:p>
          <a:p>
            <a:pPr algn="ctr">
              <a:lnSpc>
                <a:spcPct val="100000"/>
              </a:lnSpc>
            </a:pPr>
            <a:r>
              <a:rPr lang="en-US" altLang="zh-CN" sz="1600" dirty="0">
                <a:solidFill>
                  <a:schemeClr val="bg1"/>
                </a:solidFill>
              </a:rPr>
              <a:t>Politeknik Statistika STIS, 2022</a:t>
            </a:r>
            <a:endParaRPr lang="en-US" altLang="zh-CN" sz="16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4ot2hzvm">
      <a:dk1>
        <a:srgbClr val="000000"/>
      </a:dk1>
      <a:lt1>
        <a:srgbClr val="FFFFFF"/>
      </a:lt1>
      <a:dk2>
        <a:srgbClr val="778495"/>
      </a:dk2>
      <a:lt2>
        <a:srgbClr val="F0F0F0"/>
      </a:lt2>
      <a:accent1>
        <a:srgbClr val="3FAD86"/>
      </a:accent1>
      <a:accent2>
        <a:srgbClr val="90D8C0"/>
      </a:accent2>
      <a:accent3>
        <a:srgbClr val="646464"/>
      </a:accent3>
      <a:accent4>
        <a:srgbClr val="828282"/>
      </a:accent4>
      <a:accent5>
        <a:srgbClr val="A5A5A5"/>
      </a:accent5>
      <a:accent6>
        <a:srgbClr val="C9C9C9"/>
      </a:accent6>
      <a:hlink>
        <a:srgbClr val="3FAD86"/>
      </a:hlink>
      <a:folHlink>
        <a:srgbClr val="BFBFBF"/>
      </a:folHlink>
    </a:clrScheme>
    <a:fontScheme name="国外模板制作字体">
      <a:majorFont>
        <a:latin typeface="Century Gothic"/>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4ot2hzvm">
    <a:dk1>
      <a:srgbClr val="000000"/>
    </a:dk1>
    <a:lt1>
      <a:srgbClr val="FFFFFF"/>
    </a:lt1>
    <a:dk2>
      <a:srgbClr val="778495"/>
    </a:dk2>
    <a:lt2>
      <a:srgbClr val="F0F0F0"/>
    </a:lt2>
    <a:accent1>
      <a:srgbClr val="3FAD86"/>
    </a:accent1>
    <a:accent2>
      <a:srgbClr val="90D8C0"/>
    </a:accent2>
    <a:accent3>
      <a:srgbClr val="646464"/>
    </a:accent3>
    <a:accent4>
      <a:srgbClr val="828282"/>
    </a:accent4>
    <a:accent5>
      <a:srgbClr val="A5A5A5"/>
    </a:accent5>
    <a:accent6>
      <a:srgbClr val="C9C9C9"/>
    </a:accent6>
    <a:hlink>
      <a:srgbClr val="3FAD86"/>
    </a:hlink>
    <a:folHlink>
      <a:srgbClr val="BFBFBF"/>
    </a:folHlink>
  </a:clrScheme>
</a:themeOverride>
</file>

<file path=ppt/theme/themeOverride2.xml><?xml version="1.0" encoding="utf-8"?>
<a:themeOverride xmlns:a="http://schemas.openxmlformats.org/drawingml/2006/main">
  <a:clrScheme name="4ot2hzvm">
    <a:dk1>
      <a:srgbClr val="000000"/>
    </a:dk1>
    <a:lt1>
      <a:srgbClr val="FFFFFF"/>
    </a:lt1>
    <a:dk2>
      <a:srgbClr val="778495"/>
    </a:dk2>
    <a:lt2>
      <a:srgbClr val="F0F0F0"/>
    </a:lt2>
    <a:accent1>
      <a:srgbClr val="3FAD86"/>
    </a:accent1>
    <a:accent2>
      <a:srgbClr val="90D8C0"/>
    </a:accent2>
    <a:accent3>
      <a:srgbClr val="646464"/>
    </a:accent3>
    <a:accent4>
      <a:srgbClr val="828282"/>
    </a:accent4>
    <a:accent5>
      <a:srgbClr val="A5A5A5"/>
    </a:accent5>
    <a:accent6>
      <a:srgbClr val="C9C9C9"/>
    </a:accent6>
    <a:hlink>
      <a:srgbClr val="3FAD86"/>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8115</Words>
  <Application>WPS Presentation</Application>
  <PresentationFormat>宽屏</PresentationFormat>
  <Paragraphs>230</Paragraphs>
  <Slides>34</Slides>
  <Notes>25</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34</vt:i4>
      </vt:variant>
    </vt:vector>
  </HeadingPairs>
  <TitlesOfParts>
    <vt:vector size="48" baseType="lpstr">
      <vt:lpstr>Arial</vt:lpstr>
      <vt:lpstr>SimSun</vt:lpstr>
      <vt:lpstr>Wingdings</vt:lpstr>
      <vt:lpstr>Open Sans Semibold</vt:lpstr>
      <vt:lpstr>Segoe UI</vt:lpstr>
      <vt:lpstr>Open Sans</vt:lpstr>
      <vt:lpstr>Open Sans Light</vt:lpstr>
      <vt:lpstr>Wingdings</vt:lpstr>
      <vt:lpstr>Microsoft YaHei</vt:lpstr>
      <vt:lpstr>Arial Unicode MS</vt:lpstr>
      <vt:lpstr>Century Gothic</vt:lpstr>
      <vt:lpstr>等线</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Mutaqin Abu Saad</cp:lastModifiedBy>
  <cp:revision>456</cp:revision>
  <dcterms:created xsi:type="dcterms:W3CDTF">2022-08-19T06:51:00Z</dcterms:created>
  <dcterms:modified xsi:type="dcterms:W3CDTF">2023-10-24T05:44:56Z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3FEB57E15CFC43569A3B66E90B5B9A7A</vt:lpwstr>
  </property>
  <property fmtid="{D5CDD505-2E9C-101B-9397-08002B2CF9AE}" pid="3" name="KSOProductBuildVer">
    <vt:lpwstr>1033-12.2.0.13266</vt:lpwstr>
  </property>
</Properties>
</file>