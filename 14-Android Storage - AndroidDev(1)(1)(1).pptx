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0"/>
  </p:notesMasterIdLst>
  <p:sldIdLst>
    <p:sldId id="256" r:id="rId2"/>
    <p:sldId id="644" r:id="rId3"/>
    <p:sldId id="713" r:id="rId4"/>
    <p:sldId id="714" r:id="rId5"/>
    <p:sldId id="715" r:id="rId6"/>
    <p:sldId id="716" r:id="rId7"/>
    <p:sldId id="717" r:id="rId8"/>
    <p:sldId id="719" r:id="rId9"/>
    <p:sldId id="718" r:id="rId10"/>
    <p:sldId id="721" r:id="rId11"/>
    <p:sldId id="722" r:id="rId12"/>
    <p:sldId id="720" r:id="rId13"/>
    <p:sldId id="738" r:id="rId14"/>
    <p:sldId id="723" r:id="rId15"/>
    <p:sldId id="724" r:id="rId16"/>
    <p:sldId id="725" r:id="rId17"/>
    <p:sldId id="726" r:id="rId18"/>
    <p:sldId id="727" r:id="rId19"/>
    <p:sldId id="728" r:id="rId20"/>
    <p:sldId id="729" r:id="rId21"/>
    <p:sldId id="732" r:id="rId22"/>
    <p:sldId id="733" r:id="rId23"/>
    <p:sldId id="734" r:id="rId24"/>
    <p:sldId id="735" r:id="rId25"/>
    <p:sldId id="736" r:id="rId26"/>
    <p:sldId id="737" r:id="rId27"/>
    <p:sldId id="358" r:id="rId28"/>
    <p:sldId id="571"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6A86614B-2600-429A-AA34-18849E7BEDC2}">
          <p14:sldIdLst>
            <p14:sldId id="256"/>
            <p14:sldId id="644"/>
            <p14:sldId id="713"/>
            <p14:sldId id="714"/>
            <p14:sldId id="715"/>
            <p14:sldId id="716"/>
            <p14:sldId id="717"/>
            <p14:sldId id="719"/>
            <p14:sldId id="718"/>
            <p14:sldId id="721"/>
            <p14:sldId id="722"/>
            <p14:sldId id="720"/>
            <p14:sldId id="738"/>
            <p14:sldId id="723"/>
            <p14:sldId id="724"/>
            <p14:sldId id="725"/>
            <p14:sldId id="726"/>
            <p14:sldId id="727"/>
            <p14:sldId id="728"/>
            <p14:sldId id="729"/>
            <p14:sldId id="732"/>
            <p14:sldId id="733"/>
            <p14:sldId id="734"/>
            <p14:sldId id="735"/>
            <p14:sldId id="736"/>
            <p14:sldId id="737"/>
            <p14:sldId id="358"/>
            <p14:sldId id="571"/>
          </p14:sldIdLst>
        </p14:section>
        <p14:section name="Template" id="{BF6A4F90-709A-41D3-A26F-E1FD9E5EE13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AD86"/>
    <a:srgbClr val="3DDC84"/>
    <a:srgbClr val="F04E37"/>
    <a:srgbClr val="A2A2A2"/>
    <a:srgbClr val="99D0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93" autoAdjust="0"/>
    <p:restoredTop sz="94660"/>
  </p:normalViewPr>
  <p:slideViewPr>
    <p:cSldViewPr snapToGrid="0">
      <p:cViewPr varScale="1">
        <p:scale>
          <a:sx n="90" d="100"/>
          <a:sy n="90" d="100"/>
        </p:scale>
        <p:origin x="834" y="9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8359E4-CC7C-4E34-9F0B-04017D3A60D8}" type="datetimeFigureOut">
              <a:rPr lang="zh-CN" altLang="en-US" smtClean="0"/>
              <a:t>2023/12/5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C7AE9A-01D7-45F1-A266-4CF0781F88D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6C7AE9A-01D7-45F1-A266-4CF0781F88D7}" type="slidenum">
              <a:rPr lang="zh-CN" altLang="en-US" smtClean="0"/>
              <a:t>28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0" y="0"/>
            <a:ext cx="12192000" cy="6858000"/>
          </a:xfrm>
        </p:spPr>
        <p:txBody>
          <a:bodyPr/>
          <a:lstStyle/>
          <a:p>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1" y="0"/>
            <a:ext cx="4950731" cy="685800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6162839" y="1583676"/>
            <a:ext cx="2851698" cy="2759725"/>
          </a:xfrm>
        </p:spPr>
        <p:txBody>
          <a:bodyPr/>
          <a:lstStyle/>
          <a:p>
            <a:endParaRPr lang="zh-CN" altLang="en-US"/>
          </a:p>
        </p:txBody>
      </p:sp>
      <p:sp>
        <p:nvSpPr>
          <p:cNvPr id="3" name="图片占位符 2"/>
          <p:cNvSpPr>
            <a:spLocks noGrp="1"/>
          </p:cNvSpPr>
          <p:nvPr>
            <p:ph type="pic" sz="quarter" idx="11"/>
          </p:nvPr>
        </p:nvSpPr>
        <p:spPr>
          <a:xfrm>
            <a:off x="3177463" y="1583676"/>
            <a:ext cx="2851698" cy="2759725"/>
          </a:xfrm>
          <a:prstGeom prst="rect">
            <a:avLst/>
          </a:prstGeom>
        </p:spPr>
        <p:txBody>
          <a:bodyPr/>
          <a:lstStyle/>
          <a:p>
            <a:endParaRPr lang="zh-CN" altLang="en-US"/>
          </a:p>
        </p:txBody>
      </p:sp>
      <p:sp>
        <p:nvSpPr>
          <p:cNvPr id="4" name="图片占位符 3"/>
          <p:cNvSpPr>
            <a:spLocks noGrp="1"/>
          </p:cNvSpPr>
          <p:nvPr>
            <p:ph type="pic" sz="quarter" idx="12"/>
          </p:nvPr>
        </p:nvSpPr>
        <p:spPr>
          <a:xfrm>
            <a:off x="192087" y="1583676"/>
            <a:ext cx="2851698" cy="2759725"/>
          </a:xfrm>
          <a:prstGeom prst="rect">
            <a:avLst/>
          </a:prstGeom>
        </p:spPr>
        <p:txBody>
          <a:bodyPr/>
          <a:lstStyle/>
          <a:p>
            <a:endParaRPr lang="zh-CN" altLang="en-US"/>
          </a:p>
        </p:txBody>
      </p:sp>
      <p:sp>
        <p:nvSpPr>
          <p:cNvPr id="5" name="图片占位符 4"/>
          <p:cNvSpPr>
            <a:spLocks noGrp="1"/>
          </p:cNvSpPr>
          <p:nvPr>
            <p:ph type="pic" sz="quarter" idx="13"/>
          </p:nvPr>
        </p:nvSpPr>
        <p:spPr>
          <a:xfrm>
            <a:off x="9148215" y="1583676"/>
            <a:ext cx="2851698" cy="2759725"/>
          </a:xfrm>
          <a:prstGeom prst="rect">
            <a:avLst/>
          </a:prstGeom>
        </p:spPr>
        <p:txBody>
          <a:bodyPr/>
          <a:lstStyle/>
          <a:p>
            <a:endParaRPr lang="zh-CN" altLang="en-US"/>
          </a:p>
        </p:txBody>
      </p:sp>
      <p:sp>
        <p:nvSpPr>
          <p:cNvPr id="6"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6096000" y="1268413"/>
            <a:ext cx="2232752" cy="2367154"/>
          </a:xfrm>
        </p:spPr>
        <p:txBody>
          <a:bodyPr/>
          <a:lstStyle/>
          <a:p>
            <a:endParaRPr lang="zh-CN" altLang="en-US"/>
          </a:p>
        </p:txBody>
      </p:sp>
      <p:sp>
        <p:nvSpPr>
          <p:cNvPr id="3" name="图片占位符 2"/>
          <p:cNvSpPr>
            <a:spLocks noGrp="1"/>
          </p:cNvSpPr>
          <p:nvPr>
            <p:ph type="pic" sz="quarter" idx="11"/>
          </p:nvPr>
        </p:nvSpPr>
        <p:spPr>
          <a:xfrm>
            <a:off x="6096000" y="3820245"/>
            <a:ext cx="2232752" cy="2367154"/>
          </a:xfrm>
          <a:prstGeom prst="rect">
            <a:avLst/>
          </a:prstGeo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911225" y="635000"/>
            <a:ext cx="10369550" cy="349885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0" y="0"/>
            <a:ext cx="6096000" cy="6858000"/>
          </a:xfrm>
        </p:spPr>
        <p:txBody>
          <a:bodyPr/>
          <a:lstStyle/>
          <a:p>
            <a:endParaRPr lang="zh-CN" altLang="en-US"/>
          </a:p>
        </p:txBody>
      </p:sp>
      <p:sp>
        <p:nvSpPr>
          <p:cNvPr id="13" name="图片占位符 12"/>
          <p:cNvSpPr>
            <a:spLocks noGrp="1"/>
          </p:cNvSpPr>
          <p:nvPr>
            <p:ph type="pic" sz="quarter" idx="11"/>
          </p:nvPr>
        </p:nvSpPr>
        <p:spPr>
          <a:xfrm>
            <a:off x="6457951" y="3970338"/>
            <a:ext cx="1713105" cy="1619250"/>
          </a:xfrm>
          <a:custGeom>
            <a:avLst/>
            <a:gdLst>
              <a:gd name="connsiteX0" fmla="*/ 0 w 1713105"/>
              <a:gd name="connsiteY0" fmla="*/ 0 h 1619250"/>
              <a:gd name="connsiteX1" fmla="*/ 1713105 w 1713105"/>
              <a:gd name="connsiteY1" fmla="*/ 0 h 1619250"/>
              <a:gd name="connsiteX2" fmla="*/ 1713105 w 1713105"/>
              <a:gd name="connsiteY2" fmla="*/ 1619250 h 1619250"/>
              <a:gd name="connsiteX3" fmla="*/ 0 w 1713105"/>
              <a:gd name="connsiteY3" fmla="*/ 1619250 h 1619250"/>
            </a:gdLst>
            <a:ahLst/>
            <a:cxnLst>
              <a:cxn ang="0">
                <a:pos x="connsiteX0" y="connsiteY0"/>
              </a:cxn>
              <a:cxn ang="0">
                <a:pos x="connsiteX1" y="connsiteY1"/>
              </a:cxn>
              <a:cxn ang="0">
                <a:pos x="connsiteX2" y="connsiteY2"/>
              </a:cxn>
              <a:cxn ang="0">
                <a:pos x="connsiteX3" y="connsiteY3"/>
              </a:cxn>
            </a:cxnLst>
            <a:rect l="l" t="t" r="r" b="b"/>
            <a:pathLst>
              <a:path w="1713105" h="1619250">
                <a:moveTo>
                  <a:pt x="0" y="0"/>
                </a:moveTo>
                <a:lnTo>
                  <a:pt x="1713105" y="0"/>
                </a:lnTo>
                <a:lnTo>
                  <a:pt x="1713105" y="1619250"/>
                </a:lnTo>
                <a:lnTo>
                  <a:pt x="0" y="1619250"/>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8325235" y="3970338"/>
            <a:ext cx="1713105" cy="1619250"/>
          </a:xfrm>
          <a:custGeom>
            <a:avLst/>
            <a:gdLst>
              <a:gd name="connsiteX0" fmla="*/ 0 w 1713105"/>
              <a:gd name="connsiteY0" fmla="*/ 0 h 1619250"/>
              <a:gd name="connsiteX1" fmla="*/ 1713105 w 1713105"/>
              <a:gd name="connsiteY1" fmla="*/ 0 h 1619250"/>
              <a:gd name="connsiteX2" fmla="*/ 1713105 w 1713105"/>
              <a:gd name="connsiteY2" fmla="*/ 1619250 h 1619250"/>
              <a:gd name="connsiteX3" fmla="*/ 0 w 1713105"/>
              <a:gd name="connsiteY3" fmla="*/ 1619250 h 1619250"/>
            </a:gdLst>
            <a:ahLst/>
            <a:cxnLst>
              <a:cxn ang="0">
                <a:pos x="connsiteX0" y="connsiteY0"/>
              </a:cxn>
              <a:cxn ang="0">
                <a:pos x="connsiteX1" y="connsiteY1"/>
              </a:cxn>
              <a:cxn ang="0">
                <a:pos x="connsiteX2" y="connsiteY2"/>
              </a:cxn>
              <a:cxn ang="0">
                <a:pos x="connsiteX3" y="connsiteY3"/>
              </a:cxn>
            </a:cxnLst>
            <a:rect l="l" t="t" r="r" b="b"/>
            <a:pathLst>
              <a:path w="1713105" h="1619250">
                <a:moveTo>
                  <a:pt x="0" y="0"/>
                </a:moveTo>
                <a:lnTo>
                  <a:pt x="1713105" y="0"/>
                </a:lnTo>
                <a:lnTo>
                  <a:pt x="1713105" y="1619250"/>
                </a:lnTo>
                <a:lnTo>
                  <a:pt x="0" y="1619250"/>
                </a:lnTo>
                <a:close/>
              </a:path>
            </a:pathLst>
          </a:custGeom>
        </p:spPr>
        <p:txBody>
          <a:bodyPr wrap="square">
            <a:noAutofit/>
          </a:bodyPr>
          <a:lstStyle/>
          <a:p>
            <a:endParaRPr lang="zh-CN" altLang="en-US"/>
          </a:p>
        </p:txBody>
      </p:sp>
      <p:sp>
        <p:nvSpPr>
          <p:cNvPr id="11" name="图片占位符 10"/>
          <p:cNvSpPr>
            <a:spLocks noGrp="1"/>
          </p:cNvSpPr>
          <p:nvPr>
            <p:ph type="pic" sz="quarter" idx="13"/>
          </p:nvPr>
        </p:nvSpPr>
        <p:spPr>
          <a:xfrm>
            <a:off x="10201084" y="3970338"/>
            <a:ext cx="1713105" cy="1619250"/>
          </a:xfrm>
          <a:custGeom>
            <a:avLst/>
            <a:gdLst>
              <a:gd name="connsiteX0" fmla="*/ 0 w 1713105"/>
              <a:gd name="connsiteY0" fmla="*/ 0 h 1619250"/>
              <a:gd name="connsiteX1" fmla="*/ 1713105 w 1713105"/>
              <a:gd name="connsiteY1" fmla="*/ 0 h 1619250"/>
              <a:gd name="connsiteX2" fmla="*/ 1713105 w 1713105"/>
              <a:gd name="connsiteY2" fmla="*/ 1619250 h 1619250"/>
              <a:gd name="connsiteX3" fmla="*/ 0 w 1713105"/>
              <a:gd name="connsiteY3" fmla="*/ 1619250 h 1619250"/>
            </a:gdLst>
            <a:ahLst/>
            <a:cxnLst>
              <a:cxn ang="0">
                <a:pos x="connsiteX0" y="connsiteY0"/>
              </a:cxn>
              <a:cxn ang="0">
                <a:pos x="connsiteX1" y="connsiteY1"/>
              </a:cxn>
              <a:cxn ang="0">
                <a:pos x="connsiteX2" y="connsiteY2"/>
              </a:cxn>
              <a:cxn ang="0">
                <a:pos x="connsiteX3" y="connsiteY3"/>
              </a:cxn>
            </a:cxnLst>
            <a:rect l="l" t="t" r="r" b="b"/>
            <a:pathLst>
              <a:path w="1713105" h="1619250">
                <a:moveTo>
                  <a:pt x="0" y="0"/>
                </a:moveTo>
                <a:lnTo>
                  <a:pt x="1713105" y="0"/>
                </a:lnTo>
                <a:lnTo>
                  <a:pt x="1713105" y="1619250"/>
                </a:lnTo>
                <a:lnTo>
                  <a:pt x="0" y="1619250"/>
                </a:lnTo>
                <a:close/>
              </a:path>
            </a:pathLst>
          </a:custGeom>
        </p:spPr>
        <p:txBody>
          <a:bodyPr wrap="square">
            <a:noAutofit/>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1" y="0"/>
            <a:ext cx="12192000" cy="6858000"/>
          </a:xfrm>
        </p:spPr>
        <p:txBody>
          <a:bodyPr/>
          <a:lstStyle/>
          <a:p>
            <a:endParaRPr lang="zh-CN" alt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任意多边形: 形状 7"/>
          <p:cNvSpPr>
            <a:spLocks noGrp="1"/>
          </p:cNvSpPr>
          <p:nvPr>
            <p:ph type="pic" sz="quarter" idx="10"/>
          </p:nvPr>
        </p:nvSpPr>
        <p:spPr>
          <a:xfrm>
            <a:off x="11049000" y="1"/>
            <a:ext cx="1143000" cy="5210175"/>
          </a:xfrm>
          <a:custGeom>
            <a:avLst/>
            <a:gdLst>
              <a:gd name="connsiteX0" fmla="*/ 0 w 1143000"/>
              <a:gd name="connsiteY0" fmla="*/ 0 h 5210175"/>
              <a:gd name="connsiteX1" fmla="*/ 1143000 w 1143000"/>
              <a:gd name="connsiteY1" fmla="*/ 0 h 5210175"/>
              <a:gd name="connsiteX2" fmla="*/ 1143000 w 1143000"/>
              <a:gd name="connsiteY2" fmla="*/ 5210175 h 5210175"/>
              <a:gd name="connsiteX3" fmla="*/ 206382 w 1143000"/>
              <a:gd name="connsiteY3" fmla="*/ 5210175 h 5210175"/>
              <a:gd name="connsiteX4" fmla="*/ 0 w 1143000"/>
              <a:gd name="connsiteY4" fmla="*/ 5003793 h 521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5210175">
                <a:moveTo>
                  <a:pt x="0" y="0"/>
                </a:moveTo>
                <a:lnTo>
                  <a:pt x="1143000" y="0"/>
                </a:lnTo>
                <a:lnTo>
                  <a:pt x="1143000" y="5210175"/>
                </a:lnTo>
                <a:lnTo>
                  <a:pt x="206382" y="5210175"/>
                </a:lnTo>
                <a:cubicBezTo>
                  <a:pt x="92400" y="5210175"/>
                  <a:pt x="0" y="5117775"/>
                  <a:pt x="0" y="5003793"/>
                </a:cubicBezTo>
                <a:close/>
              </a:path>
            </a:pathLst>
          </a:custGeom>
        </p:spPr>
        <p:txBody>
          <a:bodyPr wrap="square">
            <a:noAutofit/>
          </a:bodyPr>
          <a:lstStyle/>
          <a:p>
            <a:endParaRPr lang="zh-CN" altLang="en-US"/>
          </a:p>
        </p:txBody>
      </p:sp>
      <p:sp>
        <p:nvSpPr>
          <p:cNvPr id="7" name="任意多边形: 形状 6"/>
          <p:cNvSpPr>
            <a:spLocks noGrp="1"/>
          </p:cNvSpPr>
          <p:nvPr>
            <p:ph type="pic" sz="quarter" idx="11"/>
          </p:nvPr>
        </p:nvSpPr>
        <p:spPr>
          <a:xfrm>
            <a:off x="7849772" y="2278966"/>
            <a:ext cx="2757268" cy="4579034"/>
          </a:xfrm>
          <a:custGeom>
            <a:avLst/>
            <a:gdLst>
              <a:gd name="connsiteX0" fmla="*/ 206326 w 2757268"/>
              <a:gd name="connsiteY0" fmla="*/ 0 h 4579034"/>
              <a:gd name="connsiteX1" fmla="*/ 2550942 w 2757268"/>
              <a:gd name="connsiteY1" fmla="*/ 0 h 4579034"/>
              <a:gd name="connsiteX2" fmla="*/ 2757268 w 2757268"/>
              <a:gd name="connsiteY2" fmla="*/ 206326 h 4579034"/>
              <a:gd name="connsiteX3" fmla="*/ 2757268 w 2757268"/>
              <a:gd name="connsiteY3" fmla="*/ 4579034 h 4579034"/>
              <a:gd name="connsiteX4" fmla="*/ 0 w 2757268"/>
              <a:gd name="connsiteY4" fmla="*/ 4579034 h 4579034"/>
              <a:gd name="connsiteX5" fmla="*/ 0 w 2757268"/>
              <a:gd name="connsiteY5" fmla="*/ 206326 h 4579034"/>
              <a:gd name="connsiteX6" fmla="*/ 206326 w 2757268"/>
              <a:gd name="connsiteY6" fmla="*/ 0 h 4579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7268" h="4579034">
                <a:moveTo>
                  <a:pt x="206326" y="0"/>
                </a:moveTo>
                <a:lnTo>
                  <a:pt x="2550942" y="0"/>
                </a:lnTo>
                <a:cubicBezTo>
                  <a:pt x="2664893" y="0"/>
                  <a:pt x="2757268" y="92375"/>
                  <a:pt x="2757268" y="206326"/>
                </a:cubicBezTo>
                <a:lnTo>
                  <a:pt x="2757268" y="4579034"/>
                </a:lnTo>
                <a:lnTo>
                  <a:pt x="0" y="4579034"/>
                </a:lnTo>
                <a:lnTo>
                  <a:pt x="0" y="206326"/>
                </a:lnTo>
                <a:cubicBezTo>
                  <a:pt x="0" y="92375"/>
                  <a:pt x="92375" y="0"/>
                  <a:pt x="206326" y="0"/>
                </a:cubicBezTo>
                <a:close/>
              </a:path>
            </a:pathLst>
          </a:custGeom>
        </p:spPr>
        <p:txBody>
          <a:bodyPr wrap="square">
            <a:noAutofit/>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0" y="0"/>
            <a:ext cx="3744686" cy="685800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4229100" y="0"/>
            <a:ext cx="3733800" cy="6858000"/>
          </a:xfr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7730133" y="1450053"/>
            <a:ext cx="2849950" cy="3150975"/>
          </a:xfrm>
        </p:spPr>
        <p:txBody>
          <a:bodyPr/>
          <a:lstStyle/>
          <a:p>
            <a:endParaRPr lang="zh-CN" altLang="en-US"/>
          </a:p>
        </p:txBody>
      </p:sp>
      <p:sp>
        <p:nvSpPr>
          <p:cNvPr id="3" name="图片占位符 2"/>
          <p:cNvSpPr>
            <a:spLocks noGrp="1"/>
          </p:cNvSpPr>
          <p:nvPr>
            <p:ph type="pic" sz="quarter" idx="11"/>
          </p:nvPr>
        </p:nvSpPr>
        <p:spPr>
          <a:xfrm>
            <a:off x="4694192" y="1450053"/>
            <a:ext cx="2849950" cy="3150975"/>
          </a:xfrm>
          <a:prstGeom prst="rect">
            <a:avLst/>
          </a:prstGeom>
        </p:spPr>
        <p:txBody>
          <a:bodyPr/>
          <a:lstStyle/>
          <a:p>
            <a:endParaRPr lang="zh-CN" altLang="en-US"/>
          </a:p>
        </p:txBody>
      </p:sp>
      <p:sp>
        <p:nvSpPr>
          <p:cNvPr id="4" name="图片占位符 3"/>
          <p:cNvSpPr>
            <a:spLocks noGrp="1"/>
          </p:cNvSpPr>
          <p:nvPr>
            <p:ph type="pic" sz="quarter" idx="12"/>
          </p:nvPr>
        </p:nvSpPr>
        <p:spPr>
          <a:xfrm>
            <a:off x="1658250" y="1450053"/>
            <a:ext cx="2849950" cy="3150975"/>
          </a:xfrm>
          <a:prstGeom prst="rect">
            <a:avLst/>
          </a:prstGeom>
        </p:spPr>
        <p:txBody>
          <a:bodyPr/>
          <a:lstStyle/>
          <a:p>
            <a:endParaRPr lang="zh-CN" altLang="en-US"/>
          </a:p>
        </p:txBody>
      </p:sp>
      <p:sp>
        <p:nvSpPr>
          <p:cNvPr id="5" name="页脚占位符 4"/>
          <p:cNvSpPr>
            <a:spLocks noGrp="1"/>
          </p:cNvSpPr>
          <p:nvPr>
            <p:ph type="ftr" sz="quarter" idx="3"/>
          </p:nvPr>
        </p:nvSpPr>
        <p:spPr>
          <a:xfrm>
            <a:off x="7950200" y="6343650"/>
            <a:ext cx="411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Pemrograman Platform Khusus</a:t>
            </a:r>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图片占位符 5"/>
          <p:cNvSpPr>
            <a:spLocks noGrp="1"/>
          </p:cNvSpPr>
          <p:nvPr>
            <p:ph type="pic" idx="10"/>
          </p:nvPr>
        </p:nvSpPr>
        <p:spPr>
          <a:xfrm>
            <a:off x="6096000" y="0"/>
            <a:ext cx="2598057" cy="3429001"/>
          </a:xfrm>
        </p:spPr>
        <p:txBody>
          <a:bodyPr/>
          <a:lstStyle/>
          <a:p>
            <a:endParaRPr lang="zh-CN" altLang="en-US"/>
          </a:p>
        </p:txBody>
      </p:sp>
      <p:sp>
        <p:nvSpPr>
          <p:cNvPr id="7" name="图片占位符 6"/>
          <p:cNvSpPr>
            <a:spLocks noGrp="1"/>
          </p:cNvSpPr>
          <p:nvPr>
            <p:ph type="pic" sz="quarter" idx="11"/>
          </p:nvPr>
        </p:nvSpPr>
        <p:spPr>
          <a:xfrm>
            <a:off x="8694058" y="-1"/>
            <a:ext cx="2598057" cy="3429001"/>
          </a:xfrm>
          <a:prstGeom prst="rect">
            <a:avLst/>
          </a:prstGeom>
        </p:spPr>
        <p:txBody>
          <a:bodyPr/>
          <a:lstStyle/>
          <a:p>
            <a:endParaRPr lang="zh-CN" altLang="en-US"/>
          </a:p>
        </p:txBody>
      </p:sp>
      <p:sp>
        <p:nvSpPr>
          <p:cNvPr id="8" name="图片占位符 7"/>
          <p:cNvSpPr>
            <a:spLocks noGrp="1"/>
          </p:cNvSpPr>
          <p:nvPr>
            <p:ph type="pic" sz="quarter" idx="12"/>
          </p:nvPr>
        </p:nvSpPr>
        <p:spPr>
          <a:xfrm>
            <a:off x="6096000" y="3429001"/>
            <a:ext cx="2598057" cy="3429001"/>
          </a:xfrm>
          <a:prstGeom prst="rect">
            <a:avLst/>
          </a:prstGeom>
        </p:spPr>
        <p:txBody>
          <a:bodyPr/>
          <a:lstStyle/>
          <a:p>
            <a:endParaRPr lang="zh-CN" altLang="en-US"/>
          </a:p>
        </p:txBody>
      </p:sp>
      <p:sp>
        <p:nvSpPr>
          <p:cNvPr id="9" name="图片占位符 8"/>
          <p:cNvSpPr>
            <a:spLocks noGrp="1"/>
          </p:cNvSpPr>
          <p:nvPr>
            <p:ph type="pic" sz="quarter" idx="13"/>
          </p:nvPr>
        </p:nvSpPr>
        <p:spPr>
          <a:xfrm>
            <a:off x="8694058" y="3429001"/>
            <a:ext cx="2598057" cy="3429001"/>
          </a:xfrm>
          <a:prstGeom prst="rect">
            <a:avLst/>
          </a:prstGeom>
        </p:spPr>
        <p:txBody>
          <a:bodyPr/>
          <a:lstStyle/>
          <a:p>
            <a:endParaRPr lang="zh-CN" altLang="en-US"/>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图片占位符 3"/>
          <p:cNvSpPr>
            <a:spLocks noGrp="1"/>
          </p:cNvSpPr>
          <p:nvPr>
            <p:ph type="pic" idx="10"/>
          </p:nvPr>
        </p:nvSpPr>
        <p:spPr>
          <a:xfrm>
            <a:off x="911226" y="635001"/>
            <a:ext cx="5184775" cy="2794000"/>
          </a:xfrm>
        </p:spPr>
        <p:txBody>
          <a:bodyPr/>
          <a:lstStyle/>
          <a:p>
            <a:endParaRPr lang="zh-CN" altLang="en-US"/>
          </a:p>
        </p:txBody>
      </p:sp>
      <p:sp>
        <p:nvSpPr>
          <p:cNvPr id="5" name="图片占位符 4"/>
          <p:cNvSpPr>
            <a:spLocks noGrp="1"/>
          </p:cNvSpPr>
          <p:nvPr>
            <p:ph type="pic" sz="quarter" idx="11"/>
          </p:nvPr>
        </p:nvSpPr>
        <p:spPr>
          <a:xfrm>
            <a:off x="6096000" y="3442580"/>
            <a:ext cx="5184775" cy="2794000"/>
          </a:xfrm>
          <a:prstGeom prst="rect">
            <a:avLst/>
          </a:prstGeom>
        </p:spPr>
        <p:txBody>
          <a:bodyPr/>
          <a:lstStyle/>
          <a:p>
            <a:endParaRPr lang="zh-CN" altLang="en-US"/>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任意多边形: 形状 4"/>
          <p:cNvSpPr>
            <a:spLocks noGrp="1"/>
          </p:cNvSpPr>
          <p:nvPr>
            <p:ph type="pic" sz="quarter" idx="10"/>
          </p:nvPr>
        </p:nvSpPr>
        <p:spPr>
          <a:xfrm>
            <a:off x="911226" y="0"/>
            <a:ext cx="4046365" cy="5067759"/>
          </a:xfrm>
          <a:custGeom>
            <a:avLst/>
            <a:gdLst>
              <a:gd name="connsiteX0" fmla="*/ 0 w 4046365"/>
              <a:gd name="connsiteY0" fmla="*/ 0 h 5067759"/>
              <a:gd name="connsiteX1" fmla="*/ 4046365 w 4046365"/>
              <a:gd name="connsiteY1" fmla="*/ 0 h 5067759"/>
              <a:gd name="connsiteX2" fmla="*/ 4046365 w 4046365"/>
              <a:gd name="connsiteY2" fmla="*/ 5067759 h 5067759"/>
              <a:gd name="connsiteX3" fmla="*/ 0 w 4046365"/>
              <a:gd name="connsiteY3" fmla="*/ 5067759 h 5067759"/>
            </a:gdLst>
            <a:ahLst/>
            <a:cxnLst>
              <a:cxn ang="0">
                <a:pos x="connsiteX0" y="connsiteY0"/>
              </a:cxn>
              <a:cxn ang="0">
                <a:pos x="connsiteX1" y="connsiteY1"/>
              </a:cxn>
              <a:cxn ang="0">
                <a:pos x="connsiteX2" y="connsiteY2"/>
              </a:cxn>
              <a:cxn ang="0">
                <a:pos x="connsiteX3" y="connsiteY3"/>
              </a:cxn>
            </a:cxnLst>
            <a:rect l="l" t="t" r="r" b="b"/>
            <a:pathLst>
              <a:path w="4046365" h="5067759">
                <a:moveTo>
                  <a:pt x="0" y="0"/>
                </a:moveTo>
                <a:lnTo>
                  <a:pt x="4046365" y="0"/>
                </a:lnTo>
                <a:lnTo>
                  <a:pt x="4046365" y="5067759"/>
                </a:lnTo>
                <a:lnTo>
                  <a:pt x="0" y="5067759"/>
                </a:lnTo>
                <a:close/>
              </a:path>
            </a:pathLst>
          </a:custGeom>
        </p:spPr>
        <p:txBody>
          <a:bodyPr wrap="square">
            <a:noAutofit/>
          </a:bodyPr>
          <a:lstStyle/>
          <a:p>
            <a:endParaRPr lang="zh-CN" altLang="en-US"/>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任意多边形: 形状 4"/>
          <p:cNvSpPr>
            <a:spLocks noGrp="1"/>
          </p:cNvSpPr>
          <p:nvPr>
            <p:ph type="pic" sz="quarter" idx="10"/>
          </p:nvPr>
        </p:nvSpPr>
        <p:spPr>
          <a:xfrm>
            <a:off x="3949560" y="635001"/>
            <a:ext cx="4292880" cy="4181475"/>
          </a:xfrm>
          <a:custGeom>
            <a:avLst/>
            <a:gdLst>
              <a:gd name="connsiteX0" fmla="*/ 0 w 4292880"/>
              <a:gd name="connsiteY0" fmla="*/ 0 h 4181475"/>
              <a:gd name="connsiteX1" fmla="*/ 4292880 w 4292880"/>
              <a:gd name="connsiteY1" fmla="*/ 0 h 4181475"/>
              <a:gd name="connsiteX2" fmla="*/ 4292880 w 4292880"/>
              <a:gd name="connsiteY2" fmla="*/ 4181475 h 4181475"/>
              <a:gd name="connsiteX3" fmla="*/ 0 w 4292880"/>
              <a:gd name="connsiteY3" fmla="*/ 4181475 h 4181475"/>
            </a:gdLst>
            <a:ahLst/>
            <a:cxnLst>
              <a:cxn ang="0">
                <a:pos x="connsiteX0" y="connsiteY0"/>
              </a:cxn>
              <a:cxn ang="0">
                <a:pos x="connsiteX1" y="connsiteY1"/>
              </a:cxn>
              <a:cxn ang="0">
                <a:pos x="connsiteX2" y="connsiteY2"/>
              </a:cxn>
              <a:cxn ang="0">
                <a:pos x="connsiteX3" y="connsiteY3"/>
              </a:cxn>
            </a:cxnLst>
            <a:rect l="l" t="t" r="r" b="b"/>
            <a:pathLst>
              <a:path w="4292880" h="4181475">
                <a:moveTo>
                  <a:pt x="0" y="0"/>
                </a:moveTo>
                <a:lnTo>
                  <a:pt x="4292880" y="0"/>
                </a:lnTo>
                <a:lnTo>
                  <a:pt x="4292880" y="4181475"/>
                </a:lnTo>
                <a:lnTo>
                  <a:pt x="0" y="4181475"/>
                </a:lnTo>
                <a:close/>
              </a:path>
            </a:pathLst>
          </a:custGeom>
        </p:spPr>
        <p:txBody>
          <a:bodyPr wrap="square">
            <a:noAutofit/>
          </a:bodyPr>
          <a:lstStyle/>
          <a:p>
            <a:endParaRPr lang="zh-CN" altLang="en-US"/>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任意多边形: 形状 5"/>
          <p:cNvSpPr>
            <a:spLocks noGrp="1"/>
          </p:cNvSpPr>
          <p:nvPr>
            <p:ph type="pic" sz="quarter" idx="10"/>
          </p:nvPr>
        </p:nvSpPr>
        <p:spPr>
          <a:xfrm>
            <a:off x="911225" y="3073706"/>
            <a:ext cx="5184775" cy="3127069"/>
          </a:xfrm>
          <a:custGeom>
            <a:avLst/>
            <a:gdLst>
              <a:gd name="connsiteX0" fmla="*/ 0 w 5184775"/>
              <a:gd name="connsiteY0" fmla="*/ 0 h 3127069"/>
              <a:gd name="connsiteX1" fmla="*/ 5184775 w 5184775"/>
              <a:gd name="connsiteY1" fmla="*/ 0 h 3127069"/>
              <a:gd name="connsiteX2" fmla="*/ 5184775 w 5184775"/>
              <a:gd name="connsiteY2" fmla="*/ 3127069 h 3127069"/>
              <a:gd name="connsiteX3" fmla="*/ 0 w 5184775"/>
              <a:gd name="connsiteY3" fmla="*/ 3127069 h 3127069"/>
            </a:gdLst>
            <a:ahLst/>
            <a:cxnLst>
              <a:cxn ang="0">
                <a:pos x="connsiteX0" y="connsiteY0"/>
              </a:cxn>
              <a:cxn ang="0">
                <a:pos x="connsiteX1" y="connsiteY1"/>
              </a:cxn>
              <a:cxn ang="0">
                <a:pos x="connsiteX2" y="connsiteY2"/>
              </a:cxn>
              <a:cxn ang="0">
                <a:pos x="connsiteX3" y="connsiteY3"/>
              </a:cxn>
            </a:cxnLst>
            <a:rect l="l" t="t" r="r" b="b"/>
            <a:pathLst>
              <a:path w="5184775" h="3127069">
                <a:moveTo>
                  <a:pt x="0" y="0"/>
                </a:moveTo>
                <a:lnTo>
                  <a:pt x="5184775" y="0"/>
                </a:lnTo>
                <a:lnTo>
                  <a:pt x="5184775" y="3127069"/>
                </a:lnTo>
                <a:lnTo>
                  <a:pt x="0" y="3127069"/>
                </a:lnTo>
                <a:close/>
              </a:path>
            </a:pathLst>
          </a:custGeom>
        </p:spPr>
        <p:txBody>
          <a:bodyPr wrap="square">
            <a:noAutofit/>
          </a:bodyPr>
          <a:lstStyle/>
          <a:p>
            <a:endParaRPr lang="zh-CN" altLang="en-US"/>
          </a:p>
        </p:txBody>
      </p:sp>
    </p:spTree>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407276" y="680545"/>
            <a:ext cx="3174124" cy="3704897"/>
          </a:xfrm>
        </p:spPr>
        <p:txBody>
          <a:bodyPr/>
          <a:lstStyle/>
          <a:p>
            <a:endParaRPr lang="zh-CN" altLang="en-US"/>
          </a:p>
        </p:txBody>
      </p:sp>
      <p:sp>
        <p:nvSpPr>
          <p:cNvPr id="3" name="图片占位符 2"/>
          <p:cNvSpPr>
            <a:spLocks noGrp="1"/>
          </p:cNvSpPr>
          <p:nvPr>
            <p:ph type="pic" sz="quarter" idx="11"/>
          </p:nvPr>
        </p:nvSpPr>
        <p:spPr>
          <a:xfrm>
            <a:off x="3794235" y="2685611"/>
            <a:ext cx="3174124" cy="3704897"/>
          </a:xfrm>
          <a:prstGeom prst="rect">
            <a:avLst/>
          </a:prstGeom>
        </p:spPr>
        <p:txBody>
          <a:bodyPr/>
          <a:lstStyle/>
          <a:p>
            <a:endParaRPr lang="zh-CN" altLang="en-US"/>
          </a:p>
        </p:txBody>
      </p:sp>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4153679" y="2924081"/>
            <a:ext cx="1849696" cy="1364343"/>
          </a:xfrm>
        </p:spPr>
        <p:txBody>
          <a:bodyPr/>
          <a:lstStyle/>
          <a:p>
            <a:endParaRPr lang="zh-CN" altLang="en-US"/>
          </a:p>
        </p:txBody>
      </p:sp>
      <p:sp>
        <p:nvSpPr>
          <p:cNvPr id="4" name="图片占位符 3"/>
          <p:cNvSpPr>
            <a:spLocks noGrp="1"/>
          </p:cNvSpPr>
          <p:nvPr>
            <p:ph type="pic" sz="quarter" idx="11"/>
          </p:nvPr>
        </p:nvSpPr>
        <p:spPr>
          <a:xfrm>
            <a:off x="2227035" y="4836432"/>
            <a:ext cx="1849696" cy="1364343"/>
          </a:xfrm>
          <a:prstGeom prst="rect">
            <a:avLst/>
          </a:prstGeom>
        </p:spPr>
        <p:txBody>
          <a:bodyPr/>
          <a:lstStyle/>
          <a:p>
            <a:endParaRPr lang="zh-CN" altLang="en-US"/>
          </a:p>
        </p:txBody>
      </p:sp>
      <p:sp>
        <p:nvSpPr>
          <p:cNvPr id="5" name="图片占位符 4"/>
          <p:cNvSpPr>
            <a:spLocks noGrp="1"/>
          </p:cNvSpPr>
          <p:nvPr>
            <p:ph type="pic" sz="quarter" idx="12"/>
          </p:nvPr>
        </p:nvSpPr>
        <p:spPr>
          <a:xfrm>
            <a:off x="6188625" y="4836432"/>
            <a:ext cx="1849696" cy="1364343"/>
          </a:xfrm>
          <a:prstGeom prst="rect">
            <a:avLst/>
          </a:prstGeom>
        </p:spPr>
        <p:txBody>
          <a:bodyPr/>
          <a:lstStyle/>
          <a:p>
            <a:endParaRPr lang="zh-CN" altLang="en-US"/>
          </a:p>
        </p:txBody>
      </p:sp>
      <p:sp>
        <p:nvSpPr>
          <p:cNvPr id="6" name="图片占位符 5"/>
          <p:cNvSpPr>
            <a:spLocks noGrp="1"/>
          </p:cNvSpPr>
          <p:nvPr>
            <p:ph type="pic" sz="quarter" idx="13"/>
          </p:nvPr>
        </p:nvSpPr>
        <p:spPr>
          <a:xfrm>
            <a:off x="8115270" y="2924081"/>
            <a:ext cx="1849696" cy="1364343"/>
          </a:xfrm>
          <a:prstGeom prst="rect">
            <a:avLst/>
          </a:prstGeom>
        </p:spPr>
        <p:txBody>
          <a:bodyPr/>
          <a:lstStyle/>
          <a:p>
            <a:endParaRPr lang="zh-CN" altLang="en-US"/>
          </a:p>
        </p:txBody>
      </p:sp>
      <p:sp>
        <p:nvSpPr>
          <p:cNvPr id="7" name="图片占位符 6"/>
          <p:cNvSpPr>
            <a:spLocks noGrp="1"/>
          </p:cNvSpPr>
          <p:nvPr>
            <p:ph type="pic" sz="quarter" idx="14"/>
          </p:nvPr>
        </p:nvSpPr>
        <p:spPr>
          <a:xfrm>
            <a:off x="10150216" y="4836432"/>
            <a:ext cx="1849696" cy="1364343"/>
          </a:xfrm>
          <a:prstGeom prst="rect">
            <a:avLst/>
          </a:prstGeom>
        </p:spPr>
        <p:txBody>
          <a:bodyPr/>
          <a:lstStyle/>
          <a:p>
            <a:endParaRPr lang="zh-CN" altLang="en-US"/>
          </a:p>
        </p:txBody>
      </p:sp>
      <p:sp>
        <p:nvSpPr>
          <p:cNvPr id="8" name="图片占位符 7"/>
          <p:cNvSpPr>
            <a:spLocks noGrp="1"/>
          </p:cNvSpPr>
          <p:nvPr>
            <p:ph type="pic" sz="quarter" idx="15"/>
          </p:nvPr>
        </p:nvSpPr>
        <p:spPr>
          <a:xfrm>
            <a:off x="192088" y="2924081"/>
            <a:ext cx="1849696" cy="1364343"/>
          </a:xfrm>
          <a:prstGeom prst="rect">
            <a:avLst/>
          </a:prstGeom>
        </p:spPr>
        <p:txBody>
          <a:bodyPr/>
          <a:lstStyle/>
          <a:p>
            <a:endParaRPr lang="zh-CN" altLang="en-US"/>
          </a:p>
        </p:txBody>
      </p:sp>
    </p:spTree>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任意多边形: 形状 5"/>
          <p:cNvSpPr>
            <a:spLocks noGrp="1"/>
          </p:cNvSpPr>
          <p:nvPr>
            <p:ph type="pic" idx="10"/>
          </p:nvPr>
        </p:nvSpPr>
        <p:spPr>
          <a:xfrm>
            <a:off x="6096000" y="1268414"/>
            <a:ext cx="5459730" cy="1874838"/>
          </a:xfrm>
          <a:custGeom>
            <a:avLst/>
            <a:gdLst>
              <a:gd name="connsiteX0" fmla="*/ 0 w 5459730"/>
              <a:gd name="connsiteY0" fmla="*/ 0 h 1874837"/>
              <a:gd name="connsiteX1" fmla="*/ 5459730 w 5459730"/>
              <a:gd name="connsiteY1" fmla="*/ 0 h 1874837"/>
              <a:gd name="connsiteX2" fmla="*/ 5459730 w 5459730"/>
              <a:gd name="connsiteY2" fmla="*/ 1874837 h 1874837"/>
              <a:gd name="connsiteX3" fmla="*/ 0 w 5459730"/>
              <a:gd name="connsiteY3" fmla="*/ 1874837 h 1874837"/>
            </a:gdLst>
            <a:ahLst/>
            <a:cxnLst>
              <a:cxn ang="0">
                <a:pos x="connsiteX0" y="connsiteY0"/>
              </a:cxn>
              <a:cxn ang="0">
                <a:pos x="connsiteX1" y="connsiteY1"/>
              </a:cxn>
              <a:cxn ang="0">
                <a:pos x="connsiteX2" y="connsiteY2"/>
              </a:cxn>
              <a:cxn ang="0">
                <a:pos x="connsiteX3" y="connsiteY3"/>
              </a:cxn>
            </a:cxnLst>
            <a:rect l="l" t="t" r="r" b="b"/>
            <a:pathLst>
              <a:path w="5459730" h="1874837">
                <a:moveTo>
                  <a:pt x="0" y="0"/>
                </a:moveTo>
                <a:lnTo>
                  <a:pt x="5459730" y="0"/>
                </a:lnTo>
                <a:lnTo>
                  <a:pt x="5459730" y="1874837"/>
                </a:lnTo>
                <a:lnTo>
                  <a:pt x="0" y="1874837"/>
                </a:lnTo>
                <a:close/>
              </a:path>
            </a:pathLst>
          </a:custGeom>
        </p:spPr>
        <p:txBody>
          <a:bodyPr wrap="square">
            <a:noAutofit/>
          </a:bodyPr>
          <a:lstStyle/>
          <a:p>
            <a:endParaRPr lang="zh-CN" altLang="en-US"/>
          </a:p>
        </p:txBody>
      </p:sp>
    </p:spTree>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任意多边形: 形状 9"/>
          <p:cNvSpPr>
            <a:spLocks noGrp="1"/>
          </p:cNvSpPr>
          <p:nvPr>
            <p:ph type="pic" sz="quarter" idx="10"/>
          </p:nvPr>
        </p:nvSpPr>
        <p:spPr>
          <a:xfrm>
            <a:off x="7258050" y="4069080"/>
            <a:ext cx="1210661" cy="1086168"/>
          </a:xfrm>
          <a:custGeom>
            <a:avLst/>
            <a:gdLst>
              <a:gd name="connsiteX0" fmla="*/ 0 w 1210661"/>
              <a:gd name="connsiteY0" fmla="*/ 0 h 1086168"/>
              <a:gd name="connsiteX1" fmla="*/ 1210661 w 1210661"/>
              <a:gd name="connsiteY1" fmla="*/ 0 h 1086168"/>
              <a:gd name="connsiteX2" fmla="*/ 1210661 w 1210661"/>
              <a:gd name="connsiteY2" fmla="*/ 1086168 h 1086168"/>
              <a:gd name="connsiteX3" fmla="*/ 0 w 1210661"/>
              <a:gd name="connsiteY3" fmla="*/ 1086168 h 1086168"/>
            </a:gdLst>
            <a:ahLst/>
            <a:cxnLst>
              <a:cxn ang="0">
                <a:pos x="connsiteX0" y="connsiteY0"/>
              </a:cxn>
              <a:cxn ang="0">
                <a:pos x="connsiteX1" y="connsiteY1"/>
              </a:cxn>
              <a:cxn ang="0">
                <a:pos x="connsiteX2" y="connsiteY2"/>
              </a:cxn>
              <a:cxn ang="0">
                <a:pos x="connsiteX3" y="connsiteY3"/>
              </a:cxn>
            </a:cxnLst>
            <a:rect l="l" t="t" r="r" b="b"/>
            <a:pathLst>
              <a:path w="1210661" h="1086168">
                <a:moveTo>
                  <a:pt x="0" y="0"/>
                </a:moveTo>
                <a:lnTo>
                  <a:pt x="1210661" y="0"/>
                </a:lnTo>
                <a:lnTo>
                  <a:pt x="1210661" y="1086168"/>
                </a:lnTo>
                <a:lnTo>
                  <a:pt x="0" y="1086168"/>
                </a:lnTo>
                <a:close/>
              </a:path>
            </a:pathLst>
          </a:custGeom>
        </p:spPr>
        <p:txBody>
          <a:bodyPr wrap="square">
            <a:noAutofit/>
          </a:bodyPr>
          <a:lstStyle/>
          <a:p>
            <a:endParaRPr lang="zh-CN" altLang="en-US"/>
          </a:p>
        </p:txBody>
      </p:sp>
      <p:sp>
        <p:nvSpPr>
          <p:cNvPr id="11" name="任意多边形: 形状 10"/>
          <p:cNvSpPr>
            <a:spLocks noGrp="1"/>
          </p:cNvSpPr>
          <p:nvPr>
            <p:ph type="pic" sz="quarter" idx="11"/>
          </p:nvPr>
        </p:nvSpPr>
        <p:spPr>
          <a:xfrm>
            <a:off x="8664082" y="4069080"/>
            <a:ext cx="1210661" cy="1086168"/>
          </a:xfrm>
          <a:custGeom>
            <a:avLst/>
            <a:gdLst>
              <a:gd name="connsiteX0" fmla="*/ 0 w 1210661"/>
              <a:gd name="connsiteY0" fmla="*/ 0 h 1086168"/>
              <a:gd name="connsiteX1" fmla="*/ 1210661 w 1210661"/>
              <a:gd name="connsiteY1" fmla="*/ 0 h 1086168"/>
              <a:gd name="connsiteX2" fmla="*/ 1210661 w 1210661"/>
              <a:gd name="connsiteY2" fmla="*/ 1086168 h 1086168"/>
              <a:gd name="connsiteX3" fmla="*/ 0 w 1210661"/>
              <a:gd name="connsiteY3" fmla="*/ 1086168 h 1086168"/>
            </a:gdLst>
            <a:ahLst/>
            <a:cxnLst>
              <a:cxn ang="0">
                <a:pos x="connsiteX0" y="connsiteY0"/>
              </a:cxn>
              <a:cxn ang="0">
                <a:pos x="connsiteX1" y="connsiteY1"/>
              </a:cxn>
              <a:cxn ang="0">
                <a:pos x="connsiteX2" y="connsiteY2"/>
              </a:cxn>
              <a:cxn ang="0">
                <a:pos x="connsiteX3" y="connsiteY3"/>
              </a:cxn>
            </a:cxnLst>
            <a:rect l="l" t="t" r="r" b="b"/>
            <a:pathLst>
              <a:path w="1210661" h="1086168">
                <a:moveTo>
                  <a:pt x="0" y="0"/>
                </a:moveTo>
                <a:lnTo>
                  <a:pt x="1210661" y="0"/>
                </a:lnTo>
                <a:lnTo>
                  <a:pt x="1210661" y="1086168"/>
                </a:lnTo>
                <a:lnTo>
                  <a:pt x="0" y="1086168"/>
                </a:lnTo>
                <a:close/>
              </a:path>
            </a:pathLst>
          </a:custGeom>
        </p:spPr>
        <p:txBody>
          <a:bodyPr wrap="square">
            <a:noAutofit/>
          </a:bodyPr>
          <a:lstStyle/>
          <a:p>
            <a:endParaRPr lang="zh-CN" altLang="en-US"/>
          </a:p>
        </p:txBody>
      </p:sp>
      <p:sp>
        <p:nvSpPr>
          <p:cNvPr id="12" name="任意多边形: 形状 11"/>
          <p:cNvSpPr>
            <a:spLocks noGrp="1"/>
          </p:cNvSpPr>
          <p:nvPr>
            <p:ph type="pic" sz="quarter" idx="12"/>
          </p:nvPr>
        </p:nvSpPr>
        <p:spPr>
          <a:xfrm>
            <a:off x="10070114" y="4069080"/>
            <a:ext cx="1210661" cy="1086168"/>
          </a:xfrm>
          <a:custGeom>
            <a:avLst/>
            <a:gdLst>
              <a:gd name="connsiteX0" fmla="*/ 0 w 1210661"/>
              <a:gd name="connsiteY0" fmla="*/ 0 h 1086168"/>
              <a:gd name="connsiteX1" fmla="*/ 1210661 w 1210661"/>
              <a:gd name="connsiteY1" fmla="*/ 0 h 1086168"/>
              <a:gd name="connsiteX2" fmla="*/ 1210661 w 1210661"/>
              <a:gd name="connsiteY2" fmla="*/ 1086168 h 1086168"/>
              <a:gd name="connsiteX3" fmla="*/ 0 w 1210661"/>
              <a:gd name="connsiteY3" fmla="*/ 1086168 h 1086168"/>
            </a:gdLst>
            <a:ahLst/>
            <a:cxnLst>
              <a:cxn ang="0">
                <a:pos x="connsiteX0" y="connsiteY0"/>
              </a:cxn>
              <a:cxn ang="0">
                <a:pos x="connsiteX1" y="connsiteY1"/>
              </a:cxn>
              <a:cxn ang="0">
                <a:pos x="connsiteX2" y="connsiteY2"/>
              </a:cxn>
              <a:cxn ang="0">
                <a:pos x="connsiteX3" y="connsiteY3"/>
              </a:cxn>
            </a:cxnLst>
            <a:rect l="l" t="t" r="r" b="b"/>
            <a:pathLst>
              <a:path w="1210661" h="1086168">
                <a:moveTo>
                  <a:pt x="0" y="0"/>
                </a:moveTo>
                <a:lnTo>
                  <a:pt x="1210661" y="0"/>
                </a:lnTo>
                <a:lnTo>
                  <a:pt x="1210661" y="1086168"/>
                </a:lnTo>
                <a:lnTo>
                  <a:pt x="0" y="1086168"/>
                </a:lnTo>
                <a:close/>
              </a:path>
            </a:pathLst>
          </a:custGeom>
        </p:spPr>
        <p:txBody>
          <a:bodyPr wrap="square">
            <a:noAutofit/>
          </a:bodyPr>
          <a:lstStyle/>
          <a:p>
            <a:endParaRPr lang="zh-CN" altLang="en-US"/>
          </a:p>
        </p:txBody>
      </p:sp>
    </p:spTree>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图片占位符 1"/>
          <p:cNvSpPr>
            <a:spLocks noGrp="1"/>
          </p:cNvSpPr>
          <p:nvPr>
            <p:ph type="pic" idx="10"/>
          </p:nvPr>
        </p:nvSpPr>
        <p:spPr>
          <a:xfrm>
            <a:off x="6112316" y="0"/>
            <a:ext cx="6079684" cy="6051112"/>
          </a:xfrm>
        </p:spPr>
        <p:txBody>
          <a:bodyPr/>
          <a:lstStyle/>
          <a:p>
            <a:endParaRPr lang="zh-CN" altLang="en-US"/>
          </a:p>
        </p:txBody>
      </p:sp>
      <p:sp>
        <p:nvSpPr>
          <p:cNvPr id="3" name="图片占位符 2"/>
          <p:cNvSpPr>
            <a:spLocks noGrp="1"/>
          </p:cNvSpPr>
          <p:nvPr>
            <p:ph type="pic" sz="quarter" idx="11"/>
          </p:nvPr>
        </p:nvSpPr>
        <p:spPr>
          <a:xfrm>
            <a:off x="911227" y="4095751"/>
            <a:ext cx="3603625" cy="2105025"/>
          </a:xfrm>
          <a:prstGeom prst="rect">
            <a:avLst/>
          </a:prstGeom>
        </p:spPr>
        <p:txBody>
          <a:bodyPr/>
          <a:lstStyle/>
          <a:p>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2023/12/5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Pemrograman Platform Khusus</a:t>
            </a: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35" y="3803015"/>
            <a:ext cx="12190730" cy="829945"/>
          </a:xfrm>
          <a:prstGeom prst="rect">
            <a:avLst/>
          </a:prstGeom>
          <a:noFill/>
        </p:spPr>
        <p:txBody>
          <a:bodyPr wrap="square" rtlCol="0">
            <a:spAutoFit/>
          </a:bodyPr>
          <a:lstStyle/>
          <a:p>
            <a:pPr algn="ctr"/>
            <a:r>
              <a:rPr lang="en-US" altLang="zh-CN" sz="4800" dirty="0">
                <a:solidFill>
                  <a:srgbClr val="3DDC84"/>
                </a:solidFill>
                <a:latin typeface="Open Sans Semibold" panose="020B0706030804020204" charset="0"/>
                <a:cs typeface="Open Sans Semibold" panose="020B0706030804020204" charset="0"/>
              </a:rPr>
              <a:t>Android Storage</a:t>
            </a:r>
            <a:endParaRPr lang="en-US" altLang="zh-CN" sz="4800" b="1" dirty="0">
              <a:solidFill>
                <a:srgbClr val="3DDC84"/>
              </a:solidFill>
              <a:latin typeface="Open Sans Semibold" panose="020B0706030804020204" charset="0"/>
              <a:cs typeface="Open Sans Semibold" panose="020B0706030804020204" charset="0"/>
            </a:endParaRPr>
          </a:p>
        </p:txBody>
      </p:sp>
      <p:sp>
        <p:nvSpPr>
          <p:cNvPr id="27" name="矩形 26"/>
          <p:cNvSpPr/>
          <p:nvPr/>
        </p:nvSpPr>
        <p:spPr>
          <a:xfrm>
            <a:off x="3048635" y="5723329"/>
            <a:ext cx="6096000" cy="891540"/>
          </a:xfrm>
          <a:prstGeom prst="rect">
            <a:avLst/>
          </a:prstGeom>
        </p:spPr>
        <p:txBody>
          <a:bodyPr>
            <a:spAutoFit/>
          </a:bodyPr>
          <a:lstStyle/>
          <a:p>
            <a:pPr algn="ctr">
              <a:lnSpc>
                <a:spcPct val="100000"/>
              </a:lnSpc>
            </a:pPr>
            <a:endParaRPr lang="en-US" altLang="zh-CN" b="1" dirty="0">
              <a:solidFill>
                <a:schemeClr val="bg1">
                  <a:lumMod val="65000"/>
                </a:schemeClr>
              </a:solidFill>
            </a:endParaRPr>
          </a:p>
          <a:p>
            <a:pPr algn="ctr">
              <a:lnSpc>
                <a:spcPct val="100000"/>
              </a:lnSpc>
            </a:pPr>
            <a:r>
              <a:rPr lang="en-US" altLang="zh-CN" b="1" dirty="0">
                <a:solidFill>
                  <a:schemeClr val="bg1">
                    <a:lumMod val="65000"/>
                  </a:schemeClr>
                </a:solidFill>
              </a:rPr>
              <a:t>Pemrograman Platform Khusus</a:t>
            </a:r>
            <a:endParaRPr lang="en-US" altLang="zh-CN" sz="1600" dirty="0">
              <a:solidFill>
                <a:schemeClr val="bg1">
                  <a:lumMod val="65000"/>
                </a:schemeClr>
              </a:solidFill>
            </a:endParaRPr>
          </a:p>
          <a:p>
            <a:pPr algn="ctr">
              <a:lnSpc>
                <a:spcPct val="100000"/>
              </a:lnSpc>
            </a:pPr>
            <a:r>
              <a:rPr lang="en-US" altLang="zh-CN" sz="1600" dirty="0">
                <a:solidFill>
                  <a:schemeClr val="bg1">
                    <a:lumMod val="65000"/>
                  </a:schemeClr>
                </a:solidFill>
              </a:rPr>
              <a:t>Politeknik Statistika STIS, 2023</a:t>
            </a:r>
          </a:p>
        </p:txBody>
      </p:sp>
      <p:pic>
        <p:nvPicPr>
          <p:cNvPr id="2" name="Picture 1"/>
          <p:cNvPicPr/>
          <p:nvPr/>
        </p:nvPicPr>
        <p:blipFill>
          <a:blip r:embed="rId4"/>
          <a:stretch>
            <a:fillRect/>
          </a:stretch>
        </p:blipFill>
        <p:spPr>
          <a:xfrm>
            <a:off x="4205605" y="1621155"/>
            <a:ext cx="3780790" cy="218186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sym typeface="+mn-ea"/>
              </a:rPr>
              <a:t>Android Storage</a:t>
            </a:r>
          </a:p>
        </p:txBody>
      </p:sp>
      <p:sp>
        <p:nvSpPr>
          <p:cNvPr id="5" name="Text Box 4"/>
          <p:cNvSpPr txBox="1"/>
          <p:nvPr/>
        </p:nvSpPr>
        <p:spPr>
          <a:xfrm>
            <a:off x="3983990" y="669925"/>
            <a:ext cx="7451725" cy="5692775"/>
          </a:xfrm>
          <a:prstGeom prst="rect">
            <a:avLst/>
          </a:prstGeom>
          <a:noFill/>
        </p:spPr>
        <p:txBody>
          <a:bodyPr wrap="square" rtlCol="0">
            <a:spAutoFit/>
          </a:bodyPr>
          <a:lstStyle/>
          <a:p>
            <a:pPr indent="0">
              <a:buFont typeface="Arial" panose="020B0604020202020204" pitchFamily="34" charset="0"/>
              <a:buNone/>
            </a:pPr>
            <a:r>
              <a:rPr lang="en-US" sz="2400" b="1">
                <a:latin typeface="Open Sans" panose="020B0606030504020204" charset="0"/>
                <a:cs typeface="Open Sans" panose="020B0606030504020204" charset="0"/>
              </a:rPr>
              <a:t>Jenis Penyimpanan Android</a:t>
            </a:r>
            <a:endParaRPr lang="en-US" sz="2000" b="1">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b="1">
                <a:latin typeface="Open Sans" panose="020B0606030504020204" charset="0"/>
                <a:cs typeface="Open Sans" panose="020B0606030504020204" charset="0"/>
              </a:rPr>
              <a:t>App-specific storage:</a:t>
            </a:r>
            <a:r>
              <a:rPr lang="en-US" sz="2000">
                <a:latin typeface="Open Sans" panose="020B0606030504020204" charset="0"/>
                <a:cs typeface="Open Sans" panose="020B0606030504020204" charset="0"/>
              </a:rPr>
              <a:t> Menyimpan file yang hanya ditujukan untuk penggunaan aplikasi, baik di direktori khusus dalam volume penyimpanan internal maupun direktori khusus lain dalam penyimpanan eksternal. Menggunakan direktori dalam penyimpanan internal untuk menyimpan informasi sensitif yang tidak boleh diakses aplikasi lain.</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b="1">
                <a:latin typeface="Open Sans" panose="020B0606030504020204" charset="0"/>
                <a:cs typeface="Open Sans" panose="020B0606030504020204" charset="0"/>
              </a:rPr>
              <a:t>Shared storage:</a:t>
            </a:r>
            <a:r>
              <a:rPr lang="en-US" sz="2000">
                <a:latin typeface="Open Sans" panose="020B0606030504020204" charset="0"/>
                <a:cs typeface="Open Sans" panose="020B0606030504020204" charset="0"/>
              </a:rPr>
              <a:t> Menyimpan file yang ingin dibagikan aplikasi Anda dengan aplikasi lain, termasuk media, dokumen, dan file lainnya.</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b="1">
                <a:latin typeface="Open Sans" panose="020B0606030504020204" charset="0"/>
                <a:cs typeface="Open Sans" panose="020B0606030504020204" charset="0"/>
              </a:rPr>
              <a:t>Preferences:</a:t>
            </a:r>
            <a:r>
              <a:rPr lang="en-US" sz="2000">
                <a:latin typeface="Open Sans" panose="020B0606030504020204" charset="0"/>
                <a:cs typeface="Open Sans" panose="020B0606030504020204" charset="0"/>
              </a:rPr>
              <a:t> Menyimpan data primitif pribadi dalam key-value pair.</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b="1">
                <a:latin typeface="Open Sans" panose="020B0606030504020204" charset="0"/>
                <a:cs typeface="Open Sans" panose="020B0606030504020204" charset="0"/>
              </a:rPr>
              <a:t>Databases:</a:t>
            </a:r>
            <a:r>
              <a:rPr lang="en-US" sz="2000">
                <a:latin typeface="Open Sans" panose="020B0606030504020204" charset="0"/>
                <a:cs typeface="Open Sans" panose="020B0606030504020204" charset="0"/>
              </a:rPr>
              <a:t> Menyimpan data terstruktur dalam database pribadi menggunakan library persistensi Room.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842010" y="1870710"/>
            <a:ext cx="9956800" cy="4092575"/>
          </a:xfrm>
          <a:prstGeom prst="rect">
            <a:avLst/>
          </a:prstGeom>
          <a:noFill/>
        </p:spPr>
        <p:txBody>
          <a:bodyPr wrap="square" rtlCol="0">
            <a:spAutoFit/>
          </a:bodyPr>
          <a:lstStyle/>
          <a:p>
            <a:pPr indent="0">
              <a:buFont typeface="Arial" panose="020B0604020202020204" pitchFamily="34" charset="0"/>
              <a:buNone/>
            </a:pPr>
            <a:r>
              <a:rPr lang="en-US" sz="2000" b="1">
                <a:latin typeface="Open Sans" panose="020B0606030504020204" charset="0"/>
                <a:cs typeface="Open Sans" panose="020B0606030504020204" charset="0"/>
              </a:rPr>
              <a:t>Berapa banyak ruang yang diperlukan data?</a:t>
            </a: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Penyimpanan internal memiliki ruang terbatas untuk data khusus aplikasi. </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Gunakan jenis penyimpanan lain jika Anda perlu menyimpan sejumlah besar data.</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indent="0">
              <a:buFont typeface="Arial" panose="020B0604020202020204" pitchFamily="34" charset="0"/>
              <a:buNone/>
            </a:pPr>
            <a:r>
              <a:rPr lang="en-US" sz="2000" b="1">
                <a:latin typeface="Open Sans" panose="020B0606030504020204" charset="0"/>
                <a:cs typeface="Open Sans" panose="020B0606030504020204" charset="0"/>
                <a:sym typeface="+mn-ea"/>
              </a:rPr>
              <a:t>Seberapa andal akses data yang diperlukan?</a:t>
            </a: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sym typeface="+mn-ea"/>
              </a:rPr>
              <a:t>Jika fungsionalitas dasar aplikasi Anda memerlukan data tertentu, seperti saat aplikasi dimulai, tempatkan data dalam direktori penyimpanan internal atau database. </a:t>
            </a: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sym typeface="+mn-ea"/>
              </a:rPr>
              <a:t>File khusus aplikasi yang disimpan dalam penyimpanan eksternal tidak selalu dapat diakses karena beberapa perangkat memungkinkan pengguna menghapus perangkat fisik yang sesuai dengan penyimpanan eksternal.</a:t>
            </a:r>
            <a:endParaRPr lang="en-US" sz="2000">
              <a:latin typeface="Open Sans" panose="020B0606030504020204" charset="0"/>
              <a:cs typeface="Open Sans" panose="020B0606030504020204" charset="0"/>
            </a:endParaRPr>
          </a:p>
          <a:p>
            <a:pPr indent="0">
              <a:buFont typeface="Arial" panose="020B0604020202020204" pitchFamily="34" charset="0"/>
              <a:buNone/>
            </a:pPr>
            <a:endParaRPr lang="en-US" sz="2000">
              <a:latin typeface="Open Sans" panose="020B0606030504020204" charset="0"/>
              <a:cs typeface="Open Sans" panose="020B0606030504020204" charset="0"/>
            </a:endParaRPr>
          </a:p>
        </p:txBody>
      </p:sp>
      <p:sp>
        <p:nvSpPr>
          <p:cNvPr id="3" name="Text Box 2"/>
          <p:cNvSpPr txBox="1"/>
          <p:nvPr/>
        </p:nvSpPr>
        <p:spPr>
          <a:xfrm>
            <a:off x="842010" y="793750"/>
            <a:ext cx="6334125" cy="521970"/>
          </a:xfrm>
          <a:prstGeom prst="rect">
            <a:avLst/>
          </a:prstGeom>
          <a:noFill/>
        </p:spPr>
        <p:txBody>
          <a:bodyPr wrap="none" rtlCol="0" anchor="t">
            <a:spAutoFit/>
          </a:bodyPr>
          <a:lstStyle/>
          <a:p>
            <a:pPr indent="0">
              <a:buFont typeface="Arial" panose="020B0604020202020204" pitchFamily="34" charset="0"/>
              <a:buNone/>
            </a:pPr>
            <a:r>
              <a:rPr lang="en-US" sz="2800" b="1">
                <a:latin typeface="Open Sans" panose="020B0606030504020204" charset="0"/>
                <a:cs typeface="Open Sans" panose="020B0606030504020204" charset="0"/>
                <a:sym typeface="+mn-ea"/>
              </a:rPr>
              <a:t>Memilih Storage sesuai kebutuhan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842010" y="1644015"/>
            <a:ext cx="9956800" cy="4092575"/>
          </a:xfrm>
          <a:prstGeom prst="rect">
            <a:avLst/>
          </a:prstGeom>
          <a:noFill/>
        </p:spPr>
        <p:txBody>
          <a:bodyPr wrap="square" rtlCol="0">
            <a:spAutoFit/>
          </a:bodyPr>
          <a:lstStyle/>
          <a:p>
            <a:pPr indent="0">
              <a:buFont typeface="Arial" panose="020B0604020202020204" pitchFamily="34" charset="0"/>
              <a:buNone/>
            </a:pPr>
            <a:r>
              <a:rPr lang="en-US" sz="2000" b="1">
                <a:latin typeface="Open Sans" panose="020B0606030504020204" charset="0"/>
                <a:cs typeface="Open Sans" panose="020B0606030504020204" charset="0"/>
              </a:rPr>
              <a:t>Jenis data apa yang perlu Anda simpan?</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Jika Anda memiliki data yang hanya bermanfaat bagi aplikasi Anda, gunakan penyimpanan khusus aplikasi. </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Untuk konten media yang dapat dibagikan, gunakan penyimpanan bersama sehingga aplikasi lain dapat mengakses konten tersebut. </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Untuk data terstruktur, gunakan preferensi (untuk data nilai kunci) atau database (untuk data yang berisi lebih dari 2 kolom).</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indent="0">
              <a:buFont typeface="Arial" panose="020B0604020202020204" pitchFamily="34" charset="0"/>
              <a:buNone/>
            </a:pPr>
            <a:r>
              <a:rPr lang="en-US" sz="2000" b="1">
                <a:latin typeface="Open Sans" panose="020B0606030504020204" charset="0"/>
                <a:cs typeface="Open Sans" panose="020B0606030504020204" charset="0"/>
              </a:rPr>
              <a:t>Haruskah data bersifat pribadi untuk aplikasi Anda?</a:t>
            </a: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Saat menyimpan data sensitif, yaitu data yang tidak boleh diakses dari aplikasi lain, gunakan penyimpanan internal, preferensi, atau database. </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Penyimpanan internal memiliki manfaat tambahan yaitu data disembunyikan dari pengguna.</a:t>
            </a:r>
          </a:p>
        </p:txBody>
      </p:sp>
      <p:sp>
        <p:nvSpPr>
          <p:cNvPr id="3" name="Text Box 2"/>
          <p:cNvSpPr txBox="1"/>
          <p:nvPr/>
        </p:nvSpPr>
        <p:spPr>
          <a:xfrm>
            <a:off x="842010" y="793750"/>
            <a:ext cx="6334125" cy="521970"/>
          </a:xfrm>
          <a:prstGeom prst="rect">
            <a:avLst/>
          </a:prstGeom>
          <a:noFill/>
        </p:spPr>
        <p:txBody>
          <a:bodyPr wrap="none" rtlCol="0" anchor="t">
            <a:spAutoFit/>
          </a:bodyPr>
          <a:lstStyle/>
          <a:p>
            <a:pPr indent="0">
              <a:buFont typeface="Arial" panose="020B0604020202020204" pitchFamily="34" charset="0"/>
              <a:buNone/>
            </a:pPr>
            <a:r>
              <a:rPr lang="en-US" sz="2800" b="1">
                <a:latin typeface="Open Sans" panose="020B0606030504020204" charset="0"/>
                <a:cs typeface="Open Sans" panose="020B0606030504020204" charset="0"/>
                <a:sym typeface="+mn-ea"/>
              </a:rPr>
              <a:t>Memilih Storage sesuai kebutuhan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latin typeface="Open Sans" panose="020B0606030504020204" charset="0"/>
                <a:cs typeface="Open Sans" panose="020B0606030504020204" charset="0"/>
                <a:sym typeface="+mn-ea"/>
              </a:rPr>
              <a:t>App-specific storage</a:t>
            </a:r>
            <a:endParaRPr lang="en-US" sz="4000">
              <a:sym typeface="+mn-ea"/>
            </a:endParaRPr>
          </a:p>
        </p:txBody>
      </p:sp>
      <p:sp>
        <p:nvSpPr>
          <p:cNvPr id="5" name="Text Box 4"/>
          <p:cNvSpPr txBox="1"/>
          <p:nvPr/>
        </p:nvSpPr>
        <p:spPr>
          <a:xfrm>
            <a:off x="3801110" y="1383030"/>
            <a:ext cx="7872730" cy="4092575"/>
          </a:xfrm>
          <a:prstGeom prst="rect">
            <a:avLst/>
          </a:prstGeom>
          <a:noFill/>
        </p:spPr>
        <p:txBody>
          <a:bodyPr wrap="square" rtlCol="0">
            <a:spAutoFit/>
          </a:bodyPr>
          <a:lstStyle/>
          <a:p>
            <a:pPr marL="342900" indent="-342900">
              <a:buFont typeface="Arial" panose="020B0604020202020204" pitchFamily="34" charset="0"/>
              <a:buChar char="•"/>
            </a:pPr>
            <a:r>
              <a:rPr lang="en-US" sz="2000">
                <a:latin typeface="Open Sans" panose="020B0606030504020204" charset="0"/>
                <a:cs typeface="Open Sans" panose="020B0606030504020204" charset="0"/>
              </a:rPr>
              <a:t>App-specific storage dapat digunakan dalam banyak kasus ketika aplikasi Anda membuat file yang tidak perlu diakses oleh aplikasi lain, atau tidak boleh diakses.</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Sistem ini menyediakan lokasi berikut untuk menyimpan file khusus aplikasi:</a:t>
            </a:r>
          </a:p>
          <a:p>
            <a:pPr marL="800100" lvl="1" indent="-342900">
              <a:buFont typeface="Arial" panose="020B0604020202020204" pitchFamily="34" charset="0"/>
              <a:buChar char="•"/>
            </a:pPr>
            <a:r>
              <a:rPr lang="en-US" sz="2000" b="1">
                <a:latin typeface="Open Sans" panose="020B0606030504020204" charset="0"/>
                <a:cs typeface="Open Sans" panose="020B0606030504020204" charset="0"/>
              </a:rPr>
              <a:t>Direktori penyimpanan internal:</a:t>
            </a:r>
            <a:r>
              <a:rPr lang="en-US" sz="2000">
                <a:latin typeface="Open Sans" panose="020B0606030504020204" charset="0"/>
                <a:cs typeface="Open Sans" panose="020B0606030504020204" charset="0"/>
              </a:rPr>
              <a:t> </a:t>
            </a:r>
          </a:p>
          <a:p>
            <a:pPr lvl="2" indent="0">
              <a:buFont typeface="Arial" panose="020B0604020202020204" pitchFamily="34" charset="0"/>
              <a:buNone/>
            </a:pPr>
            <a:r>
              <a:rPr lang="en-US" sz="2000">
                <a:latin typeface="Open Sans" panose="020B0606030504020204" charset="0"/>
                <a:cs typeface="Open Sans" panose="020B0606030504020204" charset="0"/>
              </a:rPr>
              <a:t>Direktori ini mencakup lokasi khusus untuk menyimpan file persisten, dan lokasi lain untuk menyimpan data cache.</a:t>
            </a:r>
          </a:p>
          <a:p>
            <a:pPr marL="800100" lvl="1" indent="-342900">
              <a:buFont typeface="Arial" panose="020B0604020202020204" pitchFamily="34" charset="0"/>
              <a:buChar char="•"/>
            </a:pPr>
            <a:r>
              <a:rPr lang="en-US" sz="2000" b="1">
                <a:latin typeface="Open Sans" panose="020B0606030504020204" charset="0"/>
                <a:cs typeface="Open Sans" panose="020B0606030504020204" charset="0"/>
              </a:rPr>
              <a:t>Direktori penyimpanan eksternal:</a:t>
            </a:r>
            <a:r>
              <a:rPr lang="en-US" sz="2000">
                <a:latin typeface="Open Sans" panose="020B0606030504020204" charset="0"/>
                <a:cs typeface="Open Sans" panose="020B0606030504020204" charset="0"/>
              </a:rPr>
              <a:t> </a:t>
            </a:r>
          </a:p>
          <a:p>
            <a:pPr lvl="2" indent="0">
              <a:buFont typeface="Arial" panose="020B0604020202020204" pitchFamily="34" charset="0"/>
              <a:buNone/>
            </a:pPr>
            <a:r>
              <a:rPr lang="en-US" sz="2000">
                <a:latin typeface="Open Sans" panose="020B0606030504020204" charset="0"/>
                <a:cs typeface="Open Sans" panose="020B0606030504020204" charset="0"/>
              </a:rPr>
              <a:t>Direktori ini mencakup lokasi khusus untuk menyimpan file tetap, dan lokasi lain untuk menyimpan data cache.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Akses</a:t>
            </a:r>
          </a:p>
          <a:p>
            <a:pPr algn="ctr"/>
            <a:r>
              <a:rPr lang="en-US" sz="3600">
                <a:latin typeface="Open Sans" panose="020B0606030504020204" charset="0"/>
                <a:cs typeface="Open Sans" panose="020B0606030504020204" charset="0"/>
                <a:sym typeface="+mn-ea"/>
              </a:rPr>
              <a:t>Penyimpanan Internal</a:t>
            </a:r>
          </a:p>
        </p:txBody>
      </p:sp>
      <p:sp>
        <p:nvSpPr>
          <p:cNvPr id="5" name="Text Box 4"/>
          <p:cNvSpPr txBox="1"/>
          <p:nvPr/>
        </p:nvSpPr>
        <p:spPr>
          <a:xfrm>
            <a:off x="3725545" y="401955"/>
            <a:ext cx="5865495" cy="398780"/>
          </a:xfrm>
          <a:prstGeom prst="rect">
            <a:avLst/>
          </a:prstGeom>
          <a:noFill/>
        </p:spPr>
        <p:txBody>
          <a:bodyPr wrap="square" rtlCol="0">
            <a:spAutoFit/>
          </a:bodyPr>
          <a:lstStyle/>
          <a:p>
            <a:pPr indent="0">
              <a:buFont typeface="Arial" panose="020B0604020202020204" pitchFamily="34" charset="0"/>
              <a:buNone/>
            </a:pPr>
            <a:r>
              <a:rPr lang="en-US" sz="2000" b="1">
                <a:latin typeface="Open Sans" panose="020B0606030504020204" charset="0"/>
                <a:cs typeface="Open Sans" panose="020B0606030504020204" charset="0"/>
              </a:rPr>
              <a:t>Mengakses dan menyimpan file</a:t>
            </a:r>
            <a:endParaRPr lang="en-US" sz="2000">
              <a:latin typeface="Open Sans" panose="020B0606030504020204" charset="0"/>
              <a:cs typeface="Open Sans" panose="020B0606030504020204" charset="0"/>
            </a:endParaRPr>
          </a:p>
        </p:txBody>
      </p:sp>
      <p:pic>
        <p:nvPicPr>
          <p:cNvPr id="6" name="Picture Placeholder 5"/>
          <p:cNvPicPr>
            <a:picLocks noGrp="1" noChangeAspect="1"/>
          </p:cNvPicPr>
          <p:nvPr>
            <p:ph type="pic" idx="10"/>
          </p:nvPr>
        </p:nvPicPr>
        <p:blipFill>
          <a:blip r:embed="rId2"/>
          <a:stretch>
            <a:fillRect/>
          </a:stretch>
        </p:blipFill>
        <p:spPr>
          <a:xfrm>
            <a:off x="3822700" y="1743710"/>
            <a:ext cx="7961630" cy="1230630"/>
          </a:xfrm>
          <a:prstGeom prst="rect">
            <a:avLst/>
          </a:prstGeom>
        </p:spPr>
      </p:pic>
      <p:sp>
        <p:nvSpPr>
          <p:cNvPr id="7" name="Text Box 6"/>
          <p:cNvSpPr txBox="1"/>
          <p:nvPr/>
        </p:nvSpPr>
        <p:spPr>
          <a:xfrm>
            <a:off x="3725545" y="1375410"/>
            <a:ext cx="4528185" cy="368300"/>
          </a:xfrm>
          <a:prstGeom prst="rect">
            <a:avLst/>
          </a:prstGeom>
          <a:noFill/>
        </p:spPr>
        <p:txBody>
          <a:bodyPr wrap="none" rtlCol="0" anchor="t">
            <a:spAutoFit/>
          </a:bodyPr>
          <a:lstStyle/>
          <a:p>
            <a:pPr indent="0">
              <a:buFont typeface="Arial" panose="020B0604020202020204" pitchFamily="34" charset="0"/>
              <a:buNone/>
            </a:pPr>
            <a:r>
              <a:rPr lang="en-US" b="1">
                <a:latin typeface="Open Sans" panose="020B0606030504020204" charset="0"/>
                <a:cs typeface="Open Sans" panose="020B0606030504020204" charset="0"/>
                <a:sym typeface="+mn-ea"/>
              </a:rPr>
              <a:t>Menyimpan file menggunakan stream</a:t>
            </a:r>
            <a:endParaRPr lang="en-US"/>
          </a:p>
        </p:txBody>
      </p:sp>
      <p:pic>
        <p:nvPicPr>
          <p:cNvPr id="8" name="Picture 7"/>
          <p:cNvPicPr>
            <a:picLocks noChangeAspect="1"/>
          </p:cNvPicPr>
          <p:nvPr/>
        </p:nvPicPr>
        <p:blipFill>
          <a:blip r:embed="rId3"/>
          <a:stretch>
            <a:fillRect/>
          </a:stretch>
        </p:blipFill>
        <p:spPr>
          <a:xfrm>
            <a:off x="3822700" y="800735"/>
            <a:ext cx="6268085" cy="446405"/>
          </a:xfrm>
          <a:prstGeom prst="rect">
            <a:avLst/>
          </a:prstGeom>
        </p:spPr>
      </p:pic>
      <p:sp>
        <p:nvSpPr>
          <p:cNvPr id="9" name="Text Box 8"/>
          <p:cNvSpPr txBox="1"/>
          <p:nvPr/>
        </p:nvSpPr>
        <p:spPr>
          <a:xfrm>
            <a:off x="3725545" y="2974340"/>
            <a:ext cx="4441825" cy="368300"/>
          </a:xfrm>
          <a:prstGeom prst="rect">
            <a:avLst/>
          </a:prstGeom>
          <a:noFill/>
        </p:spPr>
        <p:txBody>
          <a:bodyPr wrap="none" rtlCol="0" anchor="t">
            <a:spAutoFit/>
          </a:bodyPr>
          <a:lstStyle/>
          <a:p>
            <a:pPr indent="0" algn="l">
              <a:buFont typeface="Arial" panose="020B0604020202020204" pitchFamily="34" charset="0"/>
              <a:buNone/>
            </a:pPr>
            <a:r>
              <a:rPr lang="en-US" b="1">
                <a:latin typeface="Open Sans" panose="020B0606030504020204" charset="0"/>
                <a:cs typeface="Open Sans" panose="020B0606030504020204" charset="0"/>
                <a:sym typeface="+mn-ea"/>
              </a:rPr>
              <a:t>Mengakses file menggunakan stream</a:t>
            </a:r>
          </a:p>
        </p:txBody>
      </p:sp>
      <p:pic>
        <p:nvPicPr>
          <p:cNvPr id="10" name="Picture Placeholder 3"/>
          <p:cNvPicPr>
            <a:picLocks noChangeAspect="1"/>
          </p:cNvPicPr>
          <p:nvPr/>
        </p:nvPicPr>
        <p:blipFill>
          <a:blip r:embed="rId4"/>
          <a:stretch>
            <a:fillRect/>
          </a:stretch>
        </p:blipFill>
        <p:spPr>
          <a:xfrm>
            <a:off x="3822700" y="3302635"/>
            <a:ext cx="6268720" cy="32658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Akses</a:t>
            </a:r>
          </a:p>
          <a:p>
            <a:pPr algn="ctr"/>
            <a:r>
              <a:rPr lang="en-US" sz="3600">
                <a:latin typeface="Open Sans" panose="020B0606030504020204" charset="0"/>
                <a:cs typeface="Open Sans" panose="020B0606030504020204" charset="0"/>
                <a:sym typeface="+mn-ea"/>
              </a:rPr>
              <a:t>Penyimpanan Eksternal</a:t>
            </a:r>
          </a:p>
        </p:txBody>
      </p:sp>
      <p:sp>
        <p:nvSpPr>
          <p:cNvPr id="7" name="Text Box 6"/>
          <p:cNvSpPr txBox="1"/>
          <p:nvPr/>
        </p:nvSpPr>
        <p:spPr>
          <a:xfrm>
            <a:off x="3832225" y="651510"/>
            <a:ext cx="5278120" cy="368300"/>
          </a:xfrm>
          <a:prstGeom prst="rect">
            <a:avLst/>
          </a:prstGeom>
          <a:noFill/>
        </p:spPr>
        <p:txBody>
          <a:bodyPr wrap="none" rtlCol="0" anchor="t">
            <a:spAutoFit/>
          </a:bodyPr>
          <a:lstStyle/>
          <a:p>
            <a:pPr indent="0" algn="l">
              <a:buFont typeface="Arial" panose="020B0604020202020204" pitchFamily="34" charset="0"/>
              <a:buNone/>
            </a:pPr>
            <a:r>
              <a:rPr lang="en-US" b="1">
                <a:latin typeface="Open Sans" panose="020B0606030504020204" charset="0"/>
                <a:cs typeface="Open Sans" panose="020B0606030504020204" charset="0"/>
                <a:sym typeface="+mn-ea"/>
              </a:rPr>
              <a:t>Memverifikasi bahwa penyimpanan tersedia</a:t>
            </a:r>
          </a:p>
        </p:txBody>
      </p:sp>
      <p:pic>
        <p:nvPicPr>
          <p:cNvPr id="10" name="Picture Placeholder 9"/>
          <p:cNvPicPr>
            <a:picLocks noGrp="1" noChangeAspect="1"/>
          </p:cNvPicPr>
          <p:nvPr>
            <p:ph type="pic" idx="10"/>
          </p:nvPr>
        </p:nvPicPr>
        <p:blipFill>
          <a:blip r:embed="rId2"/>
          <a:stretch>
            <a:fillRect/>
          </a:stretch>
        </p:blipFill>
        <p:spPr>
          <a:xfrm>
            <a:off x="3832225" y="1019810"/>
            <a:ext cx="7822565" cy="2208530"/>
          </a:xfrm>
          <a:prstGeom prst="rect">
            <a:avLst/>
          </a:prstGeom>
        </p:spPr>
      </p:pic>
      <p:pic>
        <p:nvPicPr>
          <p:cNvPr id="11" name="Picture 10"/>
          <p:cNvPicPr>
            <a:picLocks noChangeAspect="1"/>
          </p:cNvPicPr>
          <p:nvPr/>
        </p:nvPicPr>
        <p:blipFill>
          <a:blip r:embed="rId3"/>
          <a:stretch>
            <a:fillRect/>
          </a:stretch>
        </p:blipFill>
        <p:spPr>
          <a:xfrm>
            <a:off x="3832225" y="3994785"/>
            <a:ext cx="6190615" cy="748030"/>
          </a:xfrm>
          <a:prstGeom prst="rect">
            <a:avLst/>
          </a:prstGeom>
        </p:spPr>
      </p:pic>
      <p:sp>
        <p:nvSpPr>
          <p:cNvPr id="12" name="Text Box 11"/>
          <p:cNvSpPr txBox="1"/>
          <p:nvPr/>
        </p:nvSpPr>
        <p:spPr>
          <a:xfrm>
            <a:off x="3832225" y="3626485"/>
            <a:ext cx="4030345" cy="368300"/>
          </a:xfrm>
          <a:prstGeom prst="rect">
            <a:avLst/>
          </a:prstGeom>
          <a:noFill/>
        </p:spPr>
        <p:txBody>
          <a:bodyPr wrap="none" rtlCol="0" anchor="t">
            <a:spAutoFit/>
          </a:bodyPr>
          <a:lstStyle/>
          <a:p>
            <a:pPr indent="0" algn="l">
              <a:buFont typeface="Arial" panose="020B0604020202020204" pitchFamily="34" charset="0"/>
              <a:buNone/>
            </a:pPr>
            <a:r>
              <a:rPr lang="en-US" b="1">
                <a:latin typeface="Open Sans" panose="020B0606030504020204" charset="0"/>
                <a:cs typeface="Open Sans" panose="020B0606030504020204" charset="0"/>
                <a:sym typeface="+mn-ea"/>
              </a:rPr>
              <a:t>Memilih lokasi penyimpanan fisik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Shared storage</a:t>
            </a:r>
          </a:p>
        </p:txBody>
      </p:sp>
      <p:sp>
        <p:nvSpPr>
          <p:cNvPr id="2" name="Text Box 1"/>
          <p:cNvSpPr txBox="1"/>
          <p:nvPr/>
        </p:nvSpPr>
        <p:spPr>
          <a:xfrm>
            <a:off x="3574415" y="389890"/>
            <a:ext cx="8315325" cy="5939155"/>
          </a:xfrm>
          <a:prstGeom prst="rect">
            <a:avLst/>
          </a:prstGeom>
          <a:noFill/>
        </p:spPr>
        <p:txBody>
          <a:bodyPr wrap="square" rtlCol="0" anchor="t">
            <a:spAutoFit/>
          </a:bodyPr>
          <a:lstStyle/>
          <a:p>
            <a:r>
              <a:rPr lang="en-US" sz="2000">
                <a:latin typeface="Open Sans" panose="020B0606030504020204" charset="0"/>
                <a:cs typeface="Open Sans" panose="020B0606030504020204" charset="0"/>
              </a:rPr>
              <a:t>Android menyediakan API untuk menyimpan dan mengakses jenis data yang dapat dibagikan berikut:</a:t>
            </a:r>
          </a:p>
          <a:p>
            <a:pPr marL="342900" indent="-342900">
              <a:buFont typeface="Arial" panose="020B0604020202020204" pitchFamily="34" charset="0"/>
              <a:buChar char="•"/>
            </a:pPr>
            <a:r>
              <a:rPr lang="en-US" sz="2000" b="1">
                <a:latin typeface="Open Sans" panose="020B0606030504020204" charset="0"/>
                <a:cs typeface="Open Sans" panose="020B0606030504020204" charset="0"/>
              </a:rPr>
              <a:t>Konten media:</a:t>
            </a:r>
            <a:r>
              <a:rPr lang="en-US" sz="2000">
                <a:latin typeface="Open Sans" panose="020B0606030504020204" charset="0"/>
                <a:cs typeface="Open Sans" panose="020B0606030504020204" charset="0"/>
              </a:rPr>
              <a:t> Sistem menyediakan direktori publik standar untuk jenis file ini, sehingga pengguna memiliki lokasi umum untuk semua foto, lokasi umum lainnya untuk semua file musik dan audio, dan sebagainya. Aplikasi Anda dapat mengakses konten ini menggunakan </a:t>
            </a:r>
            <a:r>
              <a:rPr lang="en-US" sz="2000">
                <a:solidFill>
                  <a:srgbClr val="00B0F0"/>
                </a:solidFill>
                <a:latin typeface="Open Sans" panose="020B0606030504020204" charset="0"/>
                <a:cs typeface="Open Sans" panose="020B0606030504020204" charset="0"/>
              </a:rPr>
              <a:t>MediaStore</a:t>
            </a:r>
            <a:r>
              <a:rPr lang="en-US" sz="2000">
                <a:latin typeface="Open Sans" panose="020B0606030504020204" charset="0"/>
                <a:cs typeface="Open Sans" panose="020B0606030504020204" charset="0"/>
              </a:rPr>
              <a:t> API platform.</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b="1">
                <a:latin typeface="Open Sans" panose="020B0606030504020204" charset="0"/>
                <a:cs typeface="Open Sans" panose="020B0606030504020204" charset="0"/>
              </a:rPr>
              <a:t>Dokumen dan file lainnya:</a:t>
            </a:r>
            <a:r>
              <a:rPr lang="en-US" sz="2000">
                <a:latin typeface="Open Sans" panose="020B0606030504020204" charset="0"/>
                <a:cs typeface="Open Sans" panose="020B0606030504020204" charset="0"/>
              </a:rPr>
              <a:t> Sistem memiliki direktori khusus untuk memuat jenis file lainnya, seperti dokumen PDF dan buku yang menggunakan format EPUB. Aplikasi Anda dapat mengakses file ini menggunakan </a:t>
            </a:r>
            <a:r>
              <a:rPr lang="en-US" sz="2000">
                <a:solidFill>
                  <a:srgbClr val="00B0F0"/>
                </a:solidFill>
                <a:latin typeface="Open Sans" panose="020B0606030504020204" charset="0"/>
                <a:cs typeface="Open Sans" panose="020B0606030504020204" charset="0"/>
              </a:rPr>
              <a:t>Storage Access Framework platform</a:t>
            </a:r>
            <a:r>
              <a:rPr lang="en-US" sz="2000">
                <a:latin typeface="Open Sans" panose="020B0606030504020204" charset="0"/>
                <a:cs typeface="Open Sans" panose="020B0606030504020204" charset="0"/>
              </a:rPr>
              <a:t>.</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b="1">
                <a:latin typeface="Open Sans" panose="020B0606030504020204" charset="0"/>
                <a:cs typeface="Open Sans" panose="020B0606030504020204" charset="0"/>
              </a:rPr>
              <a:t>Set data:</a:t>
            </a:r>
            <a:r>
              <a:rPr lang="en-US" sz="2000">
                <a:latin typeface="Open Sans" panose="020B0606030504020204" charset="0"/>
                <a:cs typeface="Open Sans" panose="020B0606030504020204" charset="0"/>
              </a:rPr>
              <a:t> Di Android 11 (API level 30) dan lebih tinggi, sistem akan men-cache set data besar yang mungkin digunakan oleh beberapa aplikasi. Set data ini dapat mendukung kasus penggunaan seperti machine learning dan pemutaran media. Aplikasi dapat mengakses set data bersama ini menggunakan </a:t>
            </a:r>
            <a:r>
              <a:rPr lang="en-US" sz="2000">
                <a:solidFill>
                  <a:srgbClr val="00B0F0"/>
                </a:solidFill>
                <a:latin typeface="Open Sans" panose="020B0606030504020204" charset="0"/>
                <a:cs typeface="Open Sans" panose="020B0606030504020204" charset="0"/>
              </a:rPr>
              <a:t>BlobStoreManager</a:t>
            </a:r>
            <a:r>
              <a:rPr lang="en-US" sz="2000">
                <a:latin typeface="Open Sans" panose="020B0606030504020204" charset="0"/>
                <a:cs typeface="Open Sans" panose="020B0606030504020204" charset="0"/>
              </a:rPr>
              <a:t> API.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Preferences</a:t>
            </a:r>
          </a:p>
        </p:txBody>
      </p:sp>
      <p:sp>
        <p:nvSpPr>
          <p:cNvPr id="3" name="Text Box 2"/>
          <p:cNvSpPr txBox="1"/>
          <p:nvPr/>
        </p:nvSpPr>
        <p:spPr>
          <a:xfrm>
            <a:off x="3691890" y="1844675"/>
            <a:ext cx="8058150" cy="3169285"/>
          </a:xfrm>
          <a:prstGeom prst="rect">
            <a:avLst/>
          </a:prstGeom>
          <a:noFill/>
        </p:spPr>
        <p:txBody>
          <a:bodyPr wrap="square" rtlCol="0" anchor="t">
            <a:spAutoFit/>
          </a:bodyPr>
          <a:lstStyle/>
          <a:p>
            <a:pPr marL="342900" indent="-342900">
              <a:buFont typeface="Arial" panose="020B0604020202020204" pitchFamily="34" charset="0"/>
              <a:buChar char="•"/>
            </a:pPr>
            <a:r>
              <a:rPr lang="en-US" sz="2000">
                <a:latin typeface="Open Sans" panose="020B0606030504020204" charset="0"/>
                <a:cs typeface="Open Sans" panose="020B0606030504020204" charset="0"/>
              </a:rPr>
              <a:t>Jika Anda memiliki kumpulan </a:t>
            </a:r>
            <a:r>
              <a:rPr lang="en-US" sz="2000" i="1">
                <a:latin typeface="Open Sans" panose="020B0606030504020204" charset="0"/>
                <a:cs typeface="Open Sans" panose="020B0606030504020204" charset="0"/>
              </a:rPr>
              <a:t>key-value</a:t>
            </a:r>
            <a:r>
              <a:rPr lang="en-US" sz="2000">
                <a:latin typeface="Open Sans" panose="020B0606030504020204" charset="0"/>
                <a:cs typeface="Open Sans" panose="020B0606030504020204" charset="0"/>
              </a:rPr>
              <a:t> yang relatif kecil yang ingin disimpan, Anda harus menggunakan API </a:t>
            </a:r>
            <a:r>
              <a:rPr lang="en-US" sz="2000">
                <a:solidFill>
                  <a:srgbClr val="00B0F0"/>
                </a:solidFill>
                <a:latin typeface="Open Sans" panose="020B0606030504020204" charset="0"/>
                <a:cs typeface="Open Sans" panose="020B0606030504020204" charset="0"/>
              </a:rPr>
              <a:t>SharedPreferences</a:t>
            </a:r>
            <a:r>
              <a:rPr lang="en-US" sz="2000">
                <a:latin typeface="Open Sans" panose="020B0606030504020204" charset="0"/>
                <a:cs typeface="Open Sans" panose="020B0606030504020204" charset="0"/>
              </a:rPr>
              <a:t>. </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Objek </a:t>
            </a:r>
            <a:r>
              <a:rPr lang="en-US" sz="2000">
                <a:solidFill>
                  <a:srgbClr val="00B0F0"/>
                </a:solidFill>
                <a:latin typeface="Open Sans" panose="020B0606030504020204" charset="0"/>
                <a:cs typeface="Open Sans" panose="020B0606030504020204" charset="0"/>
              </a:rPr>
              <a:t>SharedPreferences</a:t>
            </a:r>
            <a:r>
              <a:rPr lang="en-US" sz="2000">
                <a:latin typeface="Open Sans" panose="020B0606030504020204" charset="0"/>
                <a:cs typeface="Open Sans" panose="020B0606030504020204" charset="0"/>
              </a:rPr>
              <a:t> mengarah pada file yang berisi key-value pair dan memberikan metode yang cukup mudah untuk membaca dan menulisnya. </a:t>
            </a:r>
          </a:p>
          <a:p>
            <a:pPr marL="342900" indent="-342900">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buFont typeface="Arial" panose="020B0604020202020204" pitchFamily="34" charset="0"/>
              <a:buChar char="•"/>
            </a:pPr>
            <a:r>
              <a:rPr lang="en-US" sz="2000">
                <a:latin typeface="Open Sans" panose="020B0606030504020204" charset="0"/>
                <a:cs typeface="Open Sans" panose="020B0606030504020204" charset="0"/>
              </a:rPr>
              <a:t>Setiap file </a:t>
            </a:r>
            <a:r>
              <a:rPr lang="en-US" sz="2000">
                <a:solidFill>
                  <a:srgbClr val="00B0F0"/>
                </a:solidFill>
                <a:latin typeface="Open Sans" panose="020B0606030504020204" charset="0"/>
                <a:cs typeface="Open Sans" panose="020B0606030504020204" charset="0"/>
              </a:rPr>
              <a:t>SharedPreferences</a:t>
            </a:r>
            <a:r>
              <a:rPr lang="en-US" sz="2000">
                <a:latin typeface="Open Sans" panose="020B0606030504020204" charset="0"/>
                <a:cs typeface="Open Sans" panose="020B0606030504020204" charset="0"/>
              </a:rPr>
              <a:t> dikelola oleh framework dan dapat bersifat pribadi atau bersama.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Preferences</a:t>
            </a:r>
          </a:p>
        </p:txBody>
      </p:sp>
      <p:sp>
        <p:nvSpPr>
          <p:cNvPr id="3" name="Text Box 2"/>
          <p:cNvSpPr txBox="1"/>
          <p:nvPr/>
        </p:nvSpPr>
        <p:spPr>
          <a:xfrm>
            <a:off x="3703320" y="990600"/>
            <a:ext cx="8058150" cy="1630045"/>
          </a:xfrm>
          <a:prstGeom prst="rect">
            <a:avLst/>
          </a:prstGeom>
          <a:noFill/>
        </p:spPr>
        <p:txBody>
          <a:bodyPr wrap="square" rtlCol="0" anchor="t">
            <a:spAutoFit/>
          </a:bodyPr>
          <a:lstStyle/>
          <a:p>
            <a:pPr indent="0">
              <a:buFont typeface="Arial" panose="020B0604020202020204" pitchFamily="34" charset="0"/>
              <a:buNone/>
            </a:pPr>
            <a:r>
              <a:rPr lang="en-US" sz="2000" b="1">
                <a:latin typeface="Open Sans" panose="020B0606030504020204" charset="0"/>
                <a:cs typeface="Open Sans" panose="020B0606030504020204" charset="0"/>
              </a:rPr>
              <a:t>getSharedPreferences()</a:t>
            </a:r>
            <a:endParaRPr lang="en-US" sz="2000">
              <a:latin typeface="Open Sans" panose="020B0606030504020204" charset="0"/>
              <a:cs typeface="Open Sans" panose="020B0606030504020204" charset="0"/>
            </a:endParaRPr>
          </a:p>
          <a:p>
            <a:pPr indent="0">
              <a:buFont typeface="Arial" panose="020B0604020202020204" pitchFamily="34" charset="0"/>
              <a:buNone/>
            </a:pPr>
            <a:r>
              <a:rPr lang="en-US" sz="2000">
                <a:latin typeface="Open Sans" panose="020B0606030504020204" charset="0"/>
                <a:cs typeface="Open Sans" panose="020B0606030504020204" charset="0"/>
              </a:rPr>
              <a:t>Gunakan metode ini jika Anda memerlukan beberapa file preferensi bersama yang diidentifikasi menurut nama, yang Anda tentukan dengan parameter pertama. Anda dapat memanggilnya dari Context apa pun dalam aplikasi.</a:t>
            </a:r>
          </a:p>
        </p:txBody>
      </p:sp>
      <p:pic>
        <p:nvPicPr>
          <p:cNvPr id="2" name="Picture Placeholder 1"/>
          <p:cNvPicPr>
            <a:picLocks noGrp="1" noChangeAspect="1"/>
          </p:cNvPicPr>
          <p:nvPr>
            <p:ph type="pic" idx="10"/>
          </p:nvPr>
        </p:nvPicPr>
        <p:blipFill>
          <a:blip r:embed="rId2"/>
          <a:stretch>
            <a:fillRect/>
          </a:stretch>
        </p:blipFill>
        <p:spPr>
          <a:xfrm>
            <a:off x="3713480" y="2620645"/>
            <a:ext cx="8152765" cy="955040"/>
          </a:xfrm>
          <a:prstGeom prst="rect">
            <a:avLst/>
          </a:prstGeom>
        </p:spPr>
      </p:pic>
      <p:sp>
        <p:nvSpPr>
          <p:cNvPr id="5" name="Text Box 4"/>
          <p:cNvSpPr txBox="1"/>
          <p:nvPr/>
        </p:nvSpPr>
        <p:spPr>
          <a:xfrm>
            <a:off x="3713480" y="3731895"/>
            <a:ext cx="8058150" cy="1630045"/>
          </a:xfrm>
          <a:prstGeom prst="rect">
            <a:avLst/>
          </a:prstGeom>
          <a:noFill/>
        </p:spPr>
        <p:txBody>
          <a:bodyPr wrap="square" rtlCol="0" anchor="t">
            <a:spAutoFit/>
          </a:bodyPr>
          <a:lstStyle/>
          <a:p>
            <a:pPr indent="0">
              <a:buFont typeface="Arial" panose="020B0604020202020204" pitchFamily="34" charset="0"/>
              <a:buNone/>
            </a:pPr>
            <a:r>
              <a:rPr lang="en-US" sz="2000" b="1">
                <a:latin typeface="Open Sans" panose="020B0606030504020204" charset="0"/>
                <a:cs typeface="Open Sans" panose="020B0606030504020204" charset="0"/>
              </a:rPr>
              <a:t>getPreferences()</a:t>
            </a:r>
            <a:endParaRPr lang="en-US" sz="2000">
              <a:latin typeface="Open Sans" panose="020B0606030504020204" charset="0"/>
              <a:cs typeface="Open Sans" panose="020B0606030504020204" charset="0"/>
            </a:endParaRPr>
          </a:p>
          <a:p>
            <a:pPr indent="0">
              <a:buFont typeface="Arial" panose="020B0604020202020204" pitchFamily="34" charset="0"/>
              <a:buNone/>
            </a:pPr>
            <a:r>
              <a:rPr lang="en-US" sz="2000">
                <a:latin typeface="Open Sans" panose="020B0606030504020204" charset="0"/>
                <a:cs typeface="Open Sans" panose="020B0606030504020204" charset="0"/>
              </a:rPr>
              <a:t>Gunakan ini dari Activity jika Anda perlu menggunakan satu file preferensi bersama untuk aktivitas tersebut. Metode ini akan mengambil file preferensi bersama default yang dimiliki oleh aktivitas sehingga Anda tidak perlu memberikan nama untuknya.</a:t>
            </a:r>
          </a:p>
        </p:txBody>
      </p:sp>
      <p:pic>
        <p:nvPicPr>
          <p:cNvPr id="6" name="Picture 5"/>
          <p:cNvPicPr>
            <a:picLocks noChangeAspect="1"/>
          </p:cNvPicPr>
          <p:nvPr/>
        </p:nvPicPr>
        <p:blipFill>
          <a:blip r:embed="rId3"/>
          <a:stretch>
            <a:fillRect/>
          </a:stretch>
        </p:blipFill>
        <p:spPr>
          <a:xfrm>
            <a:off x="3713480" y="5518150"/>
            <a:ext cx="8246745" cy="331470"/>
          </a:xfrm>
          <a:prstGeom prst="rect">
            <a:avLst/>
          </a:prstGeom>
        </p:spPr>
      </p:pic>
      <p:sp>
        <p:nvSpPr>
          <p:cNvPr id="7" name="Text Box 6"/>
          <p:cNvSpPr txBox="1"/>
          <p:nvPr/>
        </p:nvSpPr>
        <p:spPr>
          <a:xfrm>
            <a:off x="3703320" y="309880"/>
            <a:ext cx="6005195" cy="460375"/>
          </a:xfrm>
          <a:prstGeom prst="rect">
            <a:avLst/>
          </a:prstGeom>
          <a:noFill/>
        </p:spPr>
        <p:txBody>
          <a:bodyPr wrap="none" rtlCol="0" anchor="t">
            <a:spAutoFit/>
          </a:bodyPr>
          <a:lstStyle/>
          <a:p>
            <a:pPr indent="0">
              <a:buFont typeface="Arial" panose="020B0604020202020204" pitchFamily="34" charset="0"/>
              <a:buNone/>
            </a:pPr>
            <a:r>
              <a:rPr lang="en-US" sz="2400" b="1">
                <a:latin typeface="Open Sans" panose="020B0606030504020204" charset="0"/>
                <a:cs typeface="Open Sans" panose="020B0606030504020204" charset="0"/>
                <a:sym typeface="+mn-ea"/>
              </a:rPr>
              <a:t>Metode untuk Mengakses Preferences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Shared</a:t>
            </a:r>
          </a:p>
          <a:p>
            <a:pPr algn="ctr"/>
            <a:r>
              <a:rPr lang="en-US" sz="3600">
                <a:latin typeface="Open Sans" panose="020B0606030504020204" charset="0"/>
                <a:cs typeface="Open Sans" panose="020B0606030504020204" charset="0"/>
                <a:sym typeface="+mn-ea"/>
              </a:rPr>
              <a:t>Preferences</a:t>
            </a:r>
          </a:p>
        </p:txBody>
      </p:sp>
      <p:pic>
        <p:nvPicPr>
          <p:cNvPr id="8" name="Picture Placeholder 7"/>
          <p:cNvPicPr>
            <a:picLocks noGrp="1" noChangeAspect="1"/>
          </p:cNvPicPr>
          <p:nvPr>
            <p:ph type="pic" idx="10"/>
          </p:nvPr>
        </p:nvPicPr>
        <p:blipFill>
          <a:blip r:embed="rId2"/>
          <a:stretch>
            <a:fillRect/>
          </a:stretch>
        </p:blipFill>
        <p:spPr>
          <a:xfrm>
            <a:off x="3658870" y="1642745"/>
            <a:ext cx="7583170" cy="935990"/>
          </a:xfrm>
          <a:prstGeom prst="rect">
            <a:avLst/>
          </a:prstGeom>
        </p:spPr>
      </p:pic>
      <p:pic>
        <p:nvPicPr>
          <p:cNvPr id="9" name="Picture 8"/>
          <p:cNvPicPr>
            <a:picLocks noChangeAspect="1"/>
          </p:cNvPicPr>
          <p:nvPr/>
        </p:nvPicPr>
        <p:blipFill>
          <a:blip r:embed="rId3"/>
          <a:stretch>
            <a:fillRect/>
          </a:stretch>
        </p:blipFill>
        <p:spPr>
          <a:xfrm>
            <a:off x="3658870" y="4079875"/>
            <a:ext cx="8144510" cy="717550"/>
          </a:xfrm>
          <a:prstGeom prst="rect">
            <a:avLst/>
          </a:prstGeom>
        </p:spPr>
      </p:pic>
      <p:sp>
        <p:nvSpPr>
          <p:cNvPr id="10" name="Text Box 9"/>
          <p:cNvSpPr txBox="1"/>
          <p:nvPr/>
        </p:nvSpPr>
        <p:spPr>
          <a:xfrm>
            <a:off x="3658870" y="1182370"/>
            <a:ext cx="4003040" cy="398780"/>
          </a:xfrm>
          <a:prstGeom prst="rect">
            <a:avLst/>
          </a:prstGeom>
          <a:noFill/>
        </p:spPr>
        <p:txBody>
          <a:bodyPr wrap="none" rtlCol="0" anchor="t">
            <a:spAutoFit/>
          </a:bodyPr>
          <a:lstStyle/>
          <a:p>
            <a:pPr indent="0">
              <a:buFont typeface="Arial" panose="020B0604020202020204" pitchFamily="34" charset="0"/>
              <a:buNone/>
            </a:pPr>
            <a:r>
              <a:rPr lang="en-US" sz="2000" b="1">
                <a:latin typeface="Open Sans" panose="020B0606030504020204" charset="0"/>
                <a:cs typeface="Open Sans" panose="020B0606030504020204" charset="0"/>
                <a:sym typeface="+mn-ea"/>
              </a:rPr>
              <a:t>Menulis ke SharedPreferences</a:t>
            </a:r>
          </a:p>
        </p:txBody>
      </p:sp>
      <p:sp>
        <p:nvSpPr>
          <p:cNvPr id="11" name="Text Box 10"/>
          <p:cNvSpPr txBox="1"/>
          <p:nvPr/>
        </p:nvSpPr>
        <p:spPr>
          <a:xfrm>
            <a:off x="3658870" y="3681095"/>
            <a:ext cx="4236085" cy="398780"/>
          </a:xfrm>
          <a:prstGeom prst="rect">
            <a:avLst/>
          </a:prstGeom>
          <a:noFill/>
        </p:spPr>
        <p:txBody>
          <a:bodyPr wrap="none" rtlCol="0" anchor="t">
            <a:spAutoFit/>
          </a:bodyPr>
          <a:lstStyle/>
          <a:p>
            <a:pPr indent="0">
              <a:buFont typeface="Arial" panose="020B0604020202020204" pitchFamily="34" charset="0"/>
              <a:buNone/>
            </a:pPr>
            <a:r>
              <a:rPr lang="en-US" sz="2000" b="1">
                <a:latin typeface="Open Sans" panose="020B0606030504020204" charset="0"/>
                <a:cs typeface="Open Sans" panose="020B0606030504020204" charset="0"/>
                <a:sym typeface="+mn-ea"/>
              </a:rPr>
              <a:t>Membaca ke SharedPreferences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Database</a:t>
            </a:r>
          </a:p>
        </p:txBody>
      </p:sp>
      <p:sp>
        <p:nvSpPr>
          <p:cNvPr id="2" name="Text Box 1"/>
          <p:cNvSpPr txBox="1"/>
          <p:nvPr/>
        </p:nvSpPr>
        <p:spPr>
          <a:xfrm>
            <a:off x="3681095" y="2829560"/>
            <a:ext cx="7895590" cy="1198880"/>
          </a:xfrm>
          <a:prstGeom prst="rect">
            <a:avLst/>
          </a:prstGeom>
          <a:noFill/>
        </p:spPr>
        <p:txBody>
          <a:bodyPr wrap="square" rtlCol="0" anchor="t">
            <a:spAutoFit/>
          </a:bodyPr>
          <a:lstStyle/>
          <a:p>
            <a:r>
              <a:rPr lang="en-US" sz="2400">
                <a:latin typeface="Open Sans" panose="020B0606030504020204" charset="0"/>
                <a:cs typeface="Open Sans" panose="020B0606030504020204" charset="0"/>
              </a:rPr>
              <a:t>Menyimpan data di database lokal:</a:t>
            </a:r>
          </a:p>
          <a:p>
            <a:r>
              <a:rPr lang="en-US" sz="2400">
                <a:latin typeface="Open Sans" panose="020B0606030504020204" charset="0"/>
                <a:cs typeface="Open Sans" panose="020B0606030504020204" charset="0"/>
              </a:rPr>
              <a:t>1. Menggunakan Library persistensi Room</a:t>
            </a:r>
          </a:p>
          <a:p>
            <a:r>
              <a:rPr lang="en-US" sz="2400">
                <a:latin typeface="Open Sans" panose="020B0606030504020204" charset="0"/>
                <a:cs typeface="Open Sans" panose="020B0606030504020204" charset="0"/>
              </a:rPr>
              <a:t>2. Menggunakan package </a:t>
            </a:r>
            <a:r>
              <a:rPr lang="en-US" sz="2400" i="1">
                <a:latin typeface="Consolas" panose="020B0609020204030204" charset="0"/>
                <a:cs typeface="Consolas" panose="020B0609020204030204" charset="0"/>
              </a:rPr>
              <a:t>android.database.sqlite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Menggunakan Library Room</a:t>
            </a:r>
          </a:p>
        </p:txBody>
      </p:sp>
      <p:sp>
        <p:nvSpPr>
          <p:cNvPr id="2" name="Text Box 1"/>
          <p:cNvSpPr txBox="1"/>
          <p:nvPr/>
        </p:nvSpPr>
        <p:spPr>
          <a:xfrm>
            <a:off x="3594735" y="870585"/>
            <a:ext cx="7895590" cy="829945"/>
          </a:xfrm>
          <a:prstGeom prst="rect">
            <a:avLst/>
          </a:prstGeom>
          <a:noFill/>
        </p:spPr>
        <p:txBody>
          <a:bodyPr wrap="square" rtlCol="0" anchor="t">
            <a:spAutoFit/>
          </a:bodyPr>
          <a:lstStyle/>
          <a:p>
            <a:r>
              <a:rPr lang="en-US" sz="2400" b="1">
                <a:latin typeface="Open Sans" panose="020B0606030504020204" charset="0"/>
                <a:cs typeface="Open Sans" panose="020B0606030504020204" charset="0"/>
              </a:rPr>
              <a:t>Menyimpan data di database lokal menggunakan Room </a:t>
            </a:r>
          </a:p>
        </p:txBody>
      </p:sp>
      <p:sp>
        <p:nvSpPr>
          <p:cNvPr id="4" name="Text Box 3"/>
          <p:cNvSpPr txBox="1"/>
          <p:nvPr/>
        </p:nvSpPr>
        <p:spPr>
          <a:xfrm>
            <a:off x="3594735" y="1700530"/>
            <a:ext cx="7895590" cy="4092575"/>
          </a:xfrm>
          <a:prstGeom prst="rect">
            <a:avLst/>
          </a:prstGeom>
          <a:noFill/>
        </p:spPr>
        <p:txBody>
          <a:bodyPr wrap="square" rtlCol="0">
            <a:spAutoFit/>
          </a:bodyPr>
          <a:lstStyle/>
          <a:p>
            <a:pPr marL="342900" indent="-342900" algn="l">
              <a:buFont typeface="Arial" panose="020B0604020202020204" pitchFamily="34" charset="0"/>
              <a:buChar char="•"/>
            </a:pPr>
            <a:r>
              <a:rPr lang="en-US" sz="2000">
                <a:latin typeface="Open Sans" panose="020B0606030504020204" charset="0"/>
                <a:cs typeface="Open Sans" panose="020B0606030504020204" charset="0"/>
                <a:sym typeface="+mn-ea"/>
              </a:rPr>
              <a:t>Library persistensi Room menyediakan layer abstraksi atas SQLite untuk memungkinkan akses database yang lancar sambil memanfaatkan kemampuan penuh SQLite. </a:t>
            </a:r>
          </a:p>
          <a:p>
            <a:pPr marL="342900" indent="-342900" algn="l">
              <a:buFont typeface="Arial" panose="020B0604020202020204" pitchFamily="34" charset="0"/>
              <a:buChar char="•"/>
            </a:pPr>
            <a:endParaRPr lang="en-US" sz="2000">
              <a:latin typeface="Open Sans" panose="020B0606030504020204" charset="0"/>
              <a:cs typeface="Open Sans" panose="020B0606030504020204" charset="0"/>
            </a:endParaRPr>
          </a:p>
          <a:p>
            <a:pPr marL="342900" indent="-342900" algn="l">
              <a:buFont typeface="Arial" panose="020B0604020202020204" pitchFamily="34" charset="0"/>
              <a:buChar char="•"/>
            </a:pPr>
            <a:r>
              <a:rPr lang="en-US" sz="2000">
                <a:latin typeface="Open Sans" panose="020B0606030504020204" charset="0"/>
                <a:cs typeface="Open Sans" panose="020B0606030504020204" charset="0"/>
                <a:sym typeface="+mn-ea"/>
              </a:rPr>
              <a:t>Secara khusus, Room memberikan manfaat berikut:</a:t>
            </a:r>
            <a:endParaRPr lang="en-US" sz="2000">
              <a:latin typeface="Open Sans" panose="020B0606030504020204" charset="0"/>
              <a:cs typeface="Open Sans" panose="020B0606030504020204" charset="0"/>
            </a:endParaRPr>
          </a:p>
          <a:p>
            <a:pPr marL="800100" lvl="1" indent="-342900" algn="l">
              <a:buFont typeface="Arial" panose="020B0604020202020204" pitchFamily="34" charset="0"/>
              <a:buChar char="•"/>
            </a:pPr>
            <a:r>
              <a:rPr lang="en-US" sz="2000">
                <a:latin typeface="Open Sans" panose="020B0606030504020204" charset="0"/>
                <a:cs typeface="Open Sans" panose="020B0606030504020204" charset="0"/>
                <a:sym typeface="+mn-ea"/>
              </a:rPr>
              <a:t>Verifikasi waktu kompilasi kueri SQL.</a:t>
            </a:r>
            <a:endParaRPr lang="en-US" sz="2000">
              <a:latin typeface="Open Sans" panose="020B0606030504020204" charset="0"/>
              <a:cs typeface="Open Sans" panose="020B0606030504020204" charset="0"/>
            </a:endParaRPr>
          </a:p>
          <a:p>
            <a:pPr marL="800100" lvl="1" indent="-342900" algn="l">
              <a:buFont typeface="Arial" panose="020B0604020202020204" pitchFamily="34" charset="0"/>
              <a:buChar char="•"/>
            </a:pPr>
            <a:r>
              <a:rPr lang="en-US" sz="2000">
                <a:latin typeface="Open Sans" panose="020B0606030504020204" charset="0"/>
                <a:cs typeface="Open Sans" panose="020B0606030504020204" charset="0"/>
                <a:sym typeface="+mn-ea"/>
              </a:rPr>
              <a:t>Anotasi praktis yang meminimalkan kode boilerplate muncul berulang kali dan rentan error.</a:t>
            </a:r>
            <a:endParaRPr lang="en-US" sz="2000">
              <a:latin typeface="Open Sans" panose="020B0606030504020204" charset="0"/>
              <a:cs typeface="Open Sans" panose="020B0606030504020204" charset="0"/>
            </a:endParaRPr>
          </a:p>
          <a:p>
            <a:pPr marL="800100" lvl="1" indent="-342900" algn="l">
              <a:buFont typeface="Arial" panose="020B0604020202020204" pitchFamily="34" charset="0"/>
              <a:buChar char="•"/>
            </a:pPr>
            <a:r>
              <a:rPr lang="en-US" sz="2000">
                <a:latin typeface="Open Sans" panose="020B0606030504020204" charset="0"/>
                <a:cs typeface="Open Sans" panose="020B0606030504020204" charset="0"/>
                <a:sym typeface="+mn-ea"/>
              </a:rPr>
              <a:t>Jalur migrasi database sederhana.</a:t>
            </a:r>
          </a:p>
          <a:p>
            <a:pPr marL="342900" indent="-342900" algn="l">
              <a:buFont typeface="Arial" panose="020B0604020202020204" pitchFamily="34" charset="0"/>
              <a:buChar char="•"/>
            </a:pPr>
            <a:endParaRPr lang="en-US" sz="2000">
              <a:latin typeface="Open Sans" panose="020B0606030504020204" charset="0"/>
              <a:cs typeface="Open Sans" panose="020B0606030504020204" charset="0"/>
              <a:sym typeface="+mn-ea"/>
            </a:endParaRPr>
          </a:p>
          <a:p>
            <a:pPr marL="342900" indent="-342900" algn="l">
              <a:buFont typeface="Arial" panose="020B0604020202020204" pitchFamily="34" charset="0"/>
              <a:buChar char="•"/>
            </a:pPr>
            <a:r>
              <a:rPr lang="en-US" sz="2000">
                <a:latin typeface="Open Sans" panose="020B0606030504020204" charset="0"/>
                <a:cs typeface="Open Sans" panose="020B0606030504020204" charset="0"/>
                <a:sym typeface="+mn-ea"/>
              </a:rPr>
              <a:t>Untuk menggunakan Room di aplikasi Anda, tambahkan dependensi berikut ke file </a:t>
            </a:r>
            <a:r>
              <a:rPr lang="en-US" sz="2000">
                <a:latin typeface="Consolas" panose="020B0609020204030204" charset="0"/>
                <a:cs typeface="Consolas" panose="020B0609020204030204" charset="0"/>
                <a:sym typeface="+mn-ea"/>
              </a:rPr>
              <a:t>build.gradle</a:t>
            </a:r>
            <a:r>
              <a:rPr lang="en-US" sz="2000">
                <a:latin typeface="Open Sans" panose="020B0606030504020204" charset="0"/>
                <a:cs typeface="Open Sans" panose="020B0606030504020204" charset="0"/>
                <a:sym typeface="+mn-ea"/>
              </a:rPr>
              <a:t> aplikasi:</a:t>
            </a:r>
          </a:p>
          <a:p>
            <a:pPr marL="800100" lvl="1" indent="-342900" algn="l">
              <a:buFont typeface="Arial" panose="020B0604020202020204" pitchFamily="34" charset="0"/>
              <a:buChar char="•"/>
            </a:pPr>
            <a:endParaRPr lang="en-US" sz="2000">
              <a:latin typeface="Open Sans" panose="020B0606030504020204" charset="0"/>
              <a:cs typeface="Open Sans" panose="020B060603050402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Room Dependency</a:t>
            </a:r>
          </a:p>
        </p:txBody>
      </p:sp>
      <p:pic>
        <p:nvPicPr>
          <p:cNvPr id="3" name="Picture Placeholder 2"/>
          <p:cNvPicPr>
            <a:picLocks noGrp="1" noChangeAspect="1"/>
          </p:cNvPicPr>
          <p:nvPr>
            <p:ph type="pic" idx="10"/>
          </p:nvPr>
        </p:nvPicPr>
        <p:blipFill>
          <a:blip r:embed="rId2"/>
          <a:srcRect t="616"/>
          <a:stretch>
            <a:fillRect/>
          </a:stretch>
        </p:blipFill>
        <p:spPr>
          <a:xfrm>
            <a:off x="3714115" y="832485"/>
            <a:ext cx="7076440" cy="5225415"/>
          </a:xfrm>
          <a:prstGeom prst="rect">
            <a:avLst/>
          </a:prstGeom>
        </p:spPr>
      </p:pic>
      <p:sp>
        <p:nvSpPr>
          <p:cNvPr id="5" name="Text Box 4"/>
          <p:cNvSpPr txBox="1"/>
          <p:nvPr/>
        </p:nvSpPr>
        <p:spPr>
          <a:xfrm>
            <a:off x="3714115" y="464185"/>
            <a:ext cx="1691640" cy="368300"/>
          </a:xfrm>
          <a:prstGeom prst="rect">
            <a:avLst/>
          </a:prstGeom>
          <a:noFill/>
        </p:spPr>
        <p:txBody>
          <a:bodyPr wrap="none" rtlCol="0" anchor="t">
            <a:spAutoFit/>
          </a:bodyPr>
          <a:lstStyle/>
          <a:p>
            <a:r>
              <a:rPr lang="en-US">
                <a:latin typeface="Consolas" panose="020B0609020204030204" charset="0"/>
                <a:cs typeface="Consolas" panose="020B0609020204030204" charset="0"/>
                <a:sym typeface="+mn-ea"/>
              </a:rPr>
              <a:t>build.gradle</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Komponen Utama Room</a:t>
            </a:r>
          </a:p>
        </p:txBody>
      </p:sp>
      <p:pic>
        <p:nvPicPr>
          <p:cNvPr id="100" name="Picture 99"/>
          <p:cNvPicPr/>
          <p:nvPr/>
        </p:nvPicPr>
        <p:blipFill>
          <a:blip r:embed="rId2"/>
          <a:stretch>
            <a:fillRect/>
          </a:stretch>
        </p:blipFill>
        <p:spPr>
          <a:xfrm>
            <a:off x="6817995" y="1203960"/>
            <a:ext cx="4925695" cy="4450080"/>
          </a:xfrm>
          <a:prstGeom prst="rect">
            <a:avLst/>
          </a:prstGeom>
          <a:noFill/>
          <a:ln w="9525">
            <a:noFill/>
          </a:ln>
        </p:spPr>
      </p:pic>
      <p:sp>
        <p:nvSpPr>
          <p:cNvPr id="6" name="Text Box 5"/>
          <p:cNvSpPr txBox="1"/>
          <p:nvPr/>
        </p:nvSpPr>
        <p:spPr>
          <a:xfrm>
            <a:off x="3528060" y="890270"/>
            <a:ext cx="3070225" cy="5077460"/>
          </a:xfrm>
          <a:prstGeom prst="rect">
            <a:avLst/>
          </a:prstGeom>
          <a:noFill/>
        </p:spPr>
        <p:txBody>
          <a:bodyPr wrap="square" rtlCol="0" anchor="t">
            <a:spAutoFit/>
          </a:bodyPr>
          <a:lstStyle/>
          <a:p>
            <a:pPr indent="0">
              <a:buFont typeface="Arial" panose="020B0604020202020204" pitchFamily="34" charset="0"/>
              <a:buNone/>
            </a:pPr>
            <a:r>
              <a:rPr lang="en-US" b="1"/>
              <a:t>Komponen Utama Room</a:t>
            </a:r>
          </a:p>
          <a:p>
            <a:pPr marL="285750" indent="-285750">
              <a:buFont typeface="Arial" panose="020B0604020202020204" pitchFamily="34" charset="0"/>
              <a:buChar char="•"/>
            </a:pPr>
            <a:r>
              <a:rPr lang="en-US" i="1"/>
              <a:t>Class database</a:t>
            </a:r>
            <a:r>
              <a:rPr lang="en-US"/>
              <a:t> yang menyimpan database dan berfungsi sebagai titik akses utama bagi koneksi saat ini ke data persisten aplikasi Anda.</a:t>
            </a:r>
          </a:p>
          <a:p>
            <a:pPr marL="285750" indent="-285750">
              <a:buFont typeface="Arial" panose="020B0604020202020204" pitchFamily="34" charset="0"/>
              <a:buChar char="•"/>
            </a:pPr>
            <a:r>
              <a:rPr lang="en-US"/>
              <a:t>Entity data yang menampilkan tabel di database aplikasi Anda.</a:t>
            </a:r>
          </a:p>
          <a:p>
            <a:pPr marL="285750" indent="-285750">
              <a:buFont typeface="Arial" panose="020B0604020202020204" pitchFamily="34" charset="0"/>
              <a:buChar char="•"/>
            </a:pPr>
            <a:r>
              <a:rPr lang="en-US"/>
              <a:t>Objek akses data (DAO) yang menyediakan berbagai metode agar aplikasi dapat membuat kueri, mengupdate, memasukkan, dan menghapus data dalam database.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Contoh Implementasi</a:t>
            </a:r>
          </a:p>
        </p:txBody>
      </p:sp>
      <p:pic>
        <p:nvPicPr>
          <p:cNvPr id="2" name="Picture Placeholder 1"/>
          <p:cNvPicPr>
            <a:picLocks noGrp="1" noChangeAspect="1"/>
          </p:cNvPicPr>
          <p:nvPr>
            <p:ph type="pic" idx="10"/>
          </p:nvPr>
        </p:nvPicPr>
        <p:blipFill>
          <a:blip r:embed="rId2"/>
          <a:stretch>
            <a:fillRect/>
          </a:stretch>
        </p:blipFill>
        <p:spPr>
          <a:xfrm>
            <a:off x="3810000" y="1682115"/>
            <a:ext cx="5131435" cy="3493135"/>
          </a:xfrm>
          <a:prstGeom prst="rect">
            <a:avLst/>
          </a:prstGeom>
        </p:spPr>
      </p:pic>
      <p:sp>
        <p:nvSpPr>
          <p:cNvPr id="3" name="Text Box 2"/>
          <p:cNvSpPr txBox="1"/>
          <p:nvPr/>
        </p:nvSpPr>
        <p:spPr>
          <a:xfrm>
            <a:off x="3810000" y="1182370"/>
            <a:ext cx="2540000" cy="398780"/>
          </a:xfrm>
          <a:prstGeom prst="rect">
            <a:avLst/>
          </a:prstGeom>
          <a:noFill/>
        </p:spPr>
        <p:txBody>
          <a:bodyPr wrap="square" rtlCol="0" anchor="t">
            <a:spAutoFit/>
          </a:bodyPr>
          <a:lstStyle/>
          <a:p>
            <a:r>
              <a:rPr lang="en-US" sz="2000" b="1"/>
              <a:t>Entity data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Contoh Implementasi</a:t>
            </a:r>
          </a:p>
        </p:txBody>
      </p:sp>
      <p:sp>
        <p:nvSpPr>
          <p:cNvPr id="3" name="Text Box 2"/>
          <p:cNvSpPr txBox="1"/>
          <p:nvPr/>
        </p:nvSpPr>
        <p:spPr>
          <a:xfrm>
            <a:off x="3810000" y="1182370"/>
            <a:ext cx="3663315" cy="398780"/>
          </a:xfrm>
          <a:prstGeom prst="rect">
            <a:avLst/>
          </a:prstGeom>
          <a:noFill/>
        </p:spPr>
        <p:txBody>
          <a:bodyPr wrap="square" rtlCol="0" anchor="t">
            <a:spAutoFit/>
          </a:bodyPr>
          <a:lstStyle/>
          <a:p>
            <a:r>
              <a:rPr lang="en-US" sz="2000" b="1"/>
              <a:t>Objek Akses Data (DAO)</a:t>
            </a:r>
          </a:p>
        </p:txBody>
      </p:sp>
      <p:pic>
        <p:nvPicPr>
          <p:cNvPr id="5" name="Picture Placeholder 4"/>
          <p:cNvPicPr>
            <a:picLocks noGrp="1" noChangeAspect="1"/>
          </p:cNvPicPr>
          <p:nvPr>
            <p:ph type="pic" idx="10"/>
          </p:nvPr>
        </p:nvPicPr>
        <p:blipFill>
          <a:blip r:embed="rId2"/>
          <a:stretch>
            <a:fillRect/>
          </a:stretch>
        </p:blipFill>
        <p:spPr>
          <a:xfrm>
            <a:off x="3810000" y="1581150"/>
            <a:ext cx="6804025" cy="43046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Contoh Implementasi</a:t>
            </a:r>
          </a:p>
        </p:txBody>
      </p:sp>
      <p:sp>
        <p:nvSpPr>
          <p:cNvPr id="3" name="Text Box 2"/>
          <p:cNvSpPr txBox="1"/>
          <p:nvPr/>
        </p:nvSpPr>
        <p:spPr>
          <a:xfrm>
            <a:off x="3810000" y="1914525"/>
            <a:ext cx="3663315" cy="398780"/>
          </a:xfrm>
          <a:prstGeom prst="rect">
            <a:avLst/>
          </a:prstGeom>
          <a:noFill/>
        </p:spPr>
        <p:txBody>
          <a:bodyPr wrap="square" rtlCol="0" anchor="t">
            <a:spAutoFit/>
          </a:bodyPr>
          <a:lstStyle/>
          <a:p>
            <a:r>
              <a:rPr lang="en-US" sz="2000" b="1"/>
              <a:t>Database class</a:t>
            </a:r>
          </a:p>
        </p:txBody>
      </p:sp>
      <p:pic>
        <p:nvPicPr>
          <p:cNvPr id="4" name="Picture Placeholder 3"/>
          <p:cNvPicPr>
            <a:picLocks noGrp="1" noChangeAspect="1"/>
          </p:cNvPicPr>
          <p:nvPr>
            <p:ph type="pic" idx="10"/>
          </p:nvPr>
        </p:nvPicPr>
        <p:blipFill>
          <a:blip r:embed="rId2"/>
          <a:stretch>
            <a:fillRect/>
          </a:stretch>
        </p:blipFill>
        <p:spPr>
          <a:xfrm>
            <a:off x="3810000" y="2313305"/>
            <a:ext cx="7836535" cy="13550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Contoh Implementasi</a:t>
            </a:r>
          </a:p>
        </p:txBody>
      </p:sp>
      <p:sp>
        <p:nvSpPr>
          <p:cNvPr id="3" name="Text Box 2"/>
          <p:cNvSpPr txBox="1"/>
          <p:nvPr/>
        </p:nvSpPr>
        <p:spPr>
          <a:xfrm>
            <a:off x="3820795" y="1018540"/>
            <a:ext cx="3663315" cy="398780"/>
          </a:xfrm>
          <a:prstGeom prst="rect">
            <a:avLst/>
          </a:prstGeom>
          <a:noFill/>
        </p:spPr>
        <p:txBody>
          <a:bodyPr wrap="square" rtlCol="0" anchor="t">
            <a:spAutoFit/>
          </a:bodyPr>
          <a:lstStyle/>
          <a:p>
            <a:r>
              <a:rPr lang="en-US" sz="2000" b="1"/>
              <a:t>Penggunaan</a:t>
            </a:r>
          </a:p>
        </p:txBody>
      </p:sp>
      <p:pic>
        <p:nvPicPr>
          <p:cNvPr id="5" name="Picture Placeholder 4"/>
          <p:cNvPicPr>
            <a:picLocks noGrp="1" noChangeAspect="1"/>
          </p:cNvPicPr>
          <p:nvPr>
            <p:ph type="pic" idx="10"/>
          </p:nvPr>
        </p:nvPicPr>
        <p:blipFill>
          <a:blip r:embed="rId2"/>
          <a:stretch>
            <a:fillRect/>
          </a:stretch>
        </p:blipFill>
        <p:spPr>
          <a:xfrm>
            <a:off x="3723005" y="1417320"/>
            <a:ext cx="7489190" cy="1002665"/>
          </a:xfrm>
          <a:prstGeom prst="rect">
            <a:avLst/>
          </a:prstGeom>
        </p:spPr>
      </p:pic>
      <p:pic>
        <p:nvPicPr>
          <p:cNvPr id="6" name="Picture 5"/>
          <p:cNvPicPr>
            <a:picLocks noChangeAspect="1"/>
          </p:cNvPicPr>
          <p:nvPr/>
        </p:nvPicPr>
        <p:blipFill>
          <a:blip r:embed="rId3"/>
          <a:stretch>
            <a:fillRect/>
          </a:stretch>
        </p:blipFill>
        <p:spPr>
          <a:xfrm>
            <a:off x="3820795" y="2419985"/>
            <a:ext cx="4427855" cy="7842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Menggunakan SQLite</a:t>
            </a:r>
          </a:p>
        </p:txBody>
      </p:sp>
      <p:sp>
        <p:nvSpPr>
          <p:cNvPr id="3" name="Text Box 2"/>
          <p:cNvSpPr txBox="1"/>
          <p:nvPr/>
        </p:nvSpPr>
        <p:spPr>
          <a:xfrm>
            <a:off x="3637915" y="460375"/>
            <a:ext cx="7896225" cy="2861310"/>
          </a:xfrm>
          <a:prstGeom prst="rect">
            <a:avLst/>
          </a:prstGeom>
          <a:noFill/>
        </p:spPr>
        <p:txBody>
          <a:bodyPr wrap="square" rtlCol="0" anchor="t">
            <a:spAutoFit/>
          </a:bodyPr>
          <a:lstStyle/>
          <a:p>
            <a:r>
              <a:rPr lang="en-US" sz="2000" b="1">
                <a:latin typeface="Open Sans" panose="020B0606030504020204" charset="0"/>
                <a:cs typeface="Open Sans" panose="020B0606030504020204" charset="0"/>
              </a:rPr>
              <a:t>Menentukan skema dan kontrak</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Skema database: deklarasi formal tentang cara database diatur. </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Skema ini tercermin dalam Pernyataan SQL yang Anda gunakan untuk membuat database.</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Kelas kontrak adalah penampung untuk konstanta yang menentukan nama URI, tabel, dan kolom. </a:t>
            </a:r>
          </a:p>
          <a:p>
            <a:pPr marL="342900" indent="-342900">
              <a:buFont typeface="Arial" panose="020B0604020202020204" pitchFamily="34" charset="0"/>
              <a:buChar char="•"/>
            </a:pPr>
            <a:r>
              <a:rPr lang="en-US" sz="2000">
                <a:latin typeface="Open Sans" panose="020B0606030504020204" charset="0"/>
                <a:cs typeface="Open Sans" panose="020B0606030504020204" charset="0"/>
              </a:rPr>
              <a:t>Kelas kontrak memungkinkan Anda menggunakan konstanta yang sama pada semua kelas lain dalam paket yang sama.</a:t>
            </a:r>
          </a:p>
        </p:txBody>
      </p:sp>
      <p:pic>
        <p:nvPicPr>
          <p:cNvPr id="8" name="Picture Placeholder 7"/>
          <p:cNvPicPr>
            <a:picLocks noGrp="1" noChangeAspect="1"/>
          </p:cNvPicPr>
          <p:nvPr>
            <p:ph type="pic" idx="10"/>
          </p:nvPr>
        </p:nvPicPr>
        <p:blipFill>
          <a:blip r:embed="rId2"/>
          <a:stretch>
            <a:fillRect/>
          </a:stretch>
        </p:blipFill>
        <p:spPr>
          <a:xfrm>
            <a:off x="3755390" y="3824605"/>
            <a:ext cx="7444740" cy="2748915"/>
          </a:xfrm>
          <a:prstGeom prst="rect">
            <a:avLst/>
          </a:prstGeom>
        </p:spPr>
      </p:pic>
      <p:sp>
        <p:nvSpPr>
          <p:cNvPr id="9" name="Text Box 8"/>
          <p:cNvSpPr txBox="1"/>
          <p:nvPr/>
        </p:nvSpPr>
        <p:spPr>
          <a:xfrm>
            <a:off x="3681095" y="3463925"/>
            <a:ext cx="2490470" cy="368300"/>
          </a:xfrm>
          <a:prstGeom prst="rect">
            <a:avLst/>
          </a:prstGeom>
          <a:noFill/>
        </p:spPr>
        <p:txBody>
          <a:bodyPr wrap="none" rtlCol="0" anchor="t">
            <a:spAutoFit/>
          </a:bodyPr>
          <a:lstStyle/>
          <a:p>
            <a:r>
              <a:rPr lang="en-US">
                <a:latin typeface="Open Sans" panose="020B0606030504020204" charset="0"/>
                <a:cs typeface="Open Sans" panose="020B0606030504020204" charset="0"/>
                <a:sym typeface="+mn-ea"/>
              </a:rPr>
              <a:t>Contoh kelas kontrak:</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Menggunakan SQLite</a:t>
            </a:r>
          </a:p>
        </p:txBody>
      </p:sp>
      <p:sp>
        <p:nvSpPr>
          <p:cNvPr id="3" name="Text Box 2"/>
          <p:cNvSpPr txBox="1"/>
          <p:nvPr/>
        </p:nvSpPr>
        <p:spPr>
          <a:xfrm>
            <a:off x="3637915" y="364490"/>
            <a:ext cx="7896225" cy="398780"/>
          </a:xfrm>
          <a:prstGeom prst="rect">
            <a:avLst/>
          </a:prstGeom>
          <a:noFill/>
        </p:spPr>
        <p:txBody>
          <a:bodyPr wrap="square" rtlCol="0" anchor="t">
            <a:spAutoFit/>
          </a:bodyPr>
          <a:lstStyle/>
          <a:p>
            <a:r>
              <a:rPr lang="en-US" sz="2000" b="1">
                <a:latin typeface="Open Sans" panose="020B0606030504020204" charset="0"/>
                <a:cs typeface="Open Sans" panose="020B0606030504020204" charset="0"/>
              </a:rPr>
              <a:t>Membuat database menggunakan SQL helper</a:t>
            </a:r>
            <a:endParaRPr lang="en-US" sz="2000">
              <a:latin typeface="Open Sans" panose="020B0606030504020204" charset="0"/>
              <a:cs typeface="Open Sans" panose="020B0606030504020204" charset="0"/>
            </a:endParaRPr>
          </a:p>
        </p:txBody>
      </p:sp>
      <p:pic>
        <p:nvPicPr>
          <p:cNvPr id="6" name="Picture Placeholder 5"/>
          <p:cNvPicPr>
            <a:picLocks noGrp="1" noChangeAspect="1"/>
          </p:cNvPicPr>
          <p:nvPr>
            <p:ph type="pic" idx="10"/>
          </p:nvPr>
        </p:nvPicPr>
        <p:blipFill>
          <a:blip r:embed="rId2"/>
          <a:stretch>
            <a:fillRect/>
          </a:stretch>
        </p:blipFill>
        <p:spPr>
          <a:xfrm>
            <a:off x="3595370" y="763270"/>
            <a:ext cx="7938770" cy="4822190"/>
          </a:xfrm>
          <a:prstGeom prst="rect">
            <a:avLst/>
          </a:prstGeom>
        </p:spPr>
      </p:pic>
      <p:sp>
        <p:nvSpPr>
          <p:cNvPr id="7" name="Text Box 6"/>
          <p:cNvSpPr txBox="1"/>
          <p:nvPr/>
        </p:nvSpPr>
        <p:spPr>
          <a:xfrm>
            <a:off x="3595370" y="5497195"/>
            <a:ext cx="8100695" cy="368300"/>
          </a:xfrm>
          <a:prstGeom prst="rect">
            <a:avLst/>
          </a:prstGeom>
          <a:noFill/>
        </p:spPr>
        <p:txBody>
          <a:bodyPr wrap="square" rtlCol="0" anchor="t">
            <a:spAutoFit/>
          </a:bodyPr>
          <a:lstStyle/>
          <a:p>
            <a:r>
              <a:rPr lang="en-US">
                <a:latin typeface="Open Sans" panose="020B0606030504020204" charset="0"/>
                <a:cs typeface="Open Sans" panose="020B0606030504020204" charset="0"/>
              </a:rPr>
              <a:t>Untuk mengakses database, buat instance subclass SQLiteOpenHelper:</a:t>
            </a:r>
          </a:p>
        </p:txBody>
      </p:sp>
      <p:pic>
        <p:nvPicPr>
          <p:cNvPr id="10" name="Picture 9"/>
          <p:cNvPicPr>
            <a:picLocks noChangeAspect="1"/>
          </p:cNvPicPr>
          <p:nvPr/>
        </p:nvPicPr>
        <p:blipFill>
          <a:blip r:embed="rId3"/>
          <a:stretch>
            <a:fillRect/>
          </a:stretch>
        </p:blipFill>
        <p:spPr>
          <a:xfrm>
            <a:off x="3637915" y="5865495"/>
            <a:ext cx="7827645" cy="5238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Menggunakan SQLite</a:t>
            </a:r>
          </a:p>
        </p:txBody>
      </p:sp>
      <p:sp>
        <p:nvSpPr>
          <p:cNvPr id="7" name="Text Box 6"/>
          <p:cNvSpPr txBox="1"/>
          <p:nvPr/>
        </p:nvSpPr>
        <p:spPr>
          <a:xfrm>
            <a:off x="3788410" y="1884045"/>
            <a:ext cx="5106035" cy="368300"/>
          </a:xfrm>
          <a:prstGeom prst="rect">
            <a:avLst/>
          </a:prstGeom>
          <a:noFill/>
        </p:spPr>
        <p:txBody>
          <a:bodyPr wrap="none" rtlCol="0" anchor="t">
            <a:spAutoFit/>
          </a:bodyPr>
          <a:lstStyle/>
          <a:p>
            <a:pPr algn="l"/>
            <a:r>
              <a:rPr lang="en-US" b="1">
                <a:latin typeface="Open Sans" panose="020B0606030504020204" charset="0"/>
                <a:cs typeface="Open Sans" panose="020B0606030504020204" charset="0"/>
                <a:sym typeface="+mn-ea"/>
              </a:rPr>
              <a:t>Memasukkan informasi ke dalam database</a:t>
            </a:r>
          </a:p>
        </p:txBody>
      </p:sp>
      <p:pic>
        <p:nvPicPr>
          <p:cNvPr id="8" name="Picture Placeholder 7"/>
          <p:cNvPicPr>
            <a:picLocks noGrp="1" noChangeAspect="1"/>
          </p:cNvPicPr>
          <p:nvPr>
            <p:ph type="pic" idx="10"/>
          </p:nvPr>
        </p:nvPicPr>
        <p:blipFill>
          <a:blip r:embed="rId2"/>
          <a:stretch>
            <a:fillRect/>
          </a:stretch>
        </p:blipFill>
        <p:spPr>
          <a:xfrm>
            <a:off x="3788410" y="2181225"/>
            <a:ext cx="6978650" cy="24949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Menggunakan SQLite</a:t>
            </a:r>
          </a:p>
        </p:txBody>
      </p:sp>
      <p:sp>
        <p:nvSpPr>
          <p:cNvPr id="7" name="Text Box 6"/>
          <p:cNvSpPr txBox="1"/>
          <p:nvPr/>
        </p:nvSpPr>
        <p:spPr>
          <a:xfrm>
            <a:off x="3712845" y="588010"/>
            <a:ext cx="4080510" cy="368300"/>
          </a:xfrm>
          <a:prstGeom prst="rect">
            <a:avLst/>
          </a:prstGeom>
          <a:noFill/>
        </p:spPr>
        <p:txBody>
          <a:bodyPr wrap="none" rtlCol="0" anchor="t">
            <a:spAutoFit/>
          </a:bodyPr>
          <a:lstStyle/>
          <a:p>
            <a:pPr algn="l"/>
            <a:r>
              <a:rPr lang="en-US" b="1">
                <a:latin typeface="Open Sans" panose="020B0606030504020204" charset="0"/>
                <a:cs typeface="Open Sans" panose="020B0606030504020204" charset="0"/>
                <a:sym typeface="+mn-ea"/>
              </a:rPr>
              <a:t>Membaca informasi dari database</a:t>
            </a:r>
          </a:p>
        </p:txBody>
      </p:sp>
      <p:pic>
        <p:nvPicPr>
          <p:cNvPr id="3" name="Picture Placeholder 2"/>
          <p:cNvPicPr>
            <a:picLocks noGrp="1" noChangeAspect="1"/>
          </p:cNvPicPr>
          <p:nvPr>
            <p:ph type="pic" idx="10"/>
          </p:nvPr>
        </p:nvPicPr>
        <p:blipFill>
          <a:blip r:embed="rId2"/>
          <a:stretch>
            <a:fillRect/>
          </a:stretch>
        </p:blipFill>
        <p:spPr>
          <a:xfrm>
            <a:off x="3712845" y="956310"/>
            <a:ext cx="7236460" cy="55346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Menggunakan SQLite</a:t>
            </a:r>
          </a:p>
        </p:txBody>
      </p:sp>
      <p:sp>
        <p:nvSpPr>
          <p:cNvPr id="7" name="Text Box 6"/>
          <p:cNvSpPr txBox="1"/>
          <p:nvPr/>
        </p:nvSpPr>
        <p:spPr>
          <a:xfrm>
            <a:off x="4025900" y="2164715"/>
            <a:ext cx="4080510" cy="368300"/>
          </a:xfrm>
          <a:prstGeom prst="rect">
            <a:avLst/>
          </a:prstGeom>
          <a:noFill/>
        </p:spPr>
        <p:txBody>
          <a:bodyPr wrap="none" rtlCol="0" anchor="t">
            <a:spAutoFit/>
          </a:bodyPr>
          <a:lstStyle/>
          <a:p>
            <a:pPr algn="l"/>
            <a:r>
              <a:rPr lang="en-US" b="1">
                <a:latin typeface="Open Sans" panose="020B0606030504020204" charset="0"/>
                <a:cs typeface="Open Sans" panose="020B0606030504020204" charset="0"/>
                <a:sym typeface="+mn-ea"/>
              </a:rPr>
              <a:t>Membaca informasi dari database</a:t>
            </a:r>
          </a:p>
        </p:txBody>
      </p:sp>
      <p:pic>
        <p:nvPicPr>
          <p:cNvPr id="4" name="Picture Placeholder 3"/>
          <p:cNvPicPr>
            <a:picLocks noGrp="1" noChangeAspect="1"/>
          </p:cNvPicPr>
          <p:nvPr>
            <p:ph type="pic" idx="10"/>
          </p:nvPr>
        </p:nvPicPr>
        <p:blipFill>
          <a:blip r:embed="rId2"/>
          <a:stretch>
            <a:fillRect/>
          </a:stretch>
        </p:blipFill>
        <p:spPr>
          <a:xfrm>
            <a:off x="4090670" y="2717165"/>
            <a:ext cx="5241925" cy="179641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Menggunakan SQLite</a:t>
            </a:r>
          </a:p>
        </p:txBody>
      </p:sp>
      <p:sp>
        <p:nvSpPr>
          <p:cNvPr id="7" name="Text Box 6"/>
          <p:cNvSpPr txBox="1"/>
          <p:nvPr/>
        </p:nvSpPr>
        <p:spPr>
          <a:xfrm>
            <a:off x="3745230" y="2586355"/>
            <a:ext cx="4295140" cy="368300"/>
          </a:xfrm>
          <a:prstGeom prst="rect">
            <a:avLst/>
          </a:prstGeom>
          <a:noFill/>
        </p:spPr>
        <p:txBody>
          <a:bodyPr wrap="none" rtlCol="0" anchor="t">
            <a:spAutoFit/>
          </a:bodyPr>
          <a:lstStyle/>
          <a:p>
            <a:pPr algn="l"/>
            <a:r>
              <a:rPr lang="en-US" b="1">
                <a:latin typeface="Open Sans" panose="020B0606030504020204" charset="0"/>
                <a:cs typeface="Open Sans" panose="020B0606030504020204" charset="0"/>
                <a:sym typeface="+mn-ea"/>
              </a:rPr>
              <a:t>Menghapus informasi dari database</a:t>
            </a:r>
          </a:p>
        </p:txBody>
      </p:sp>
      <p:pic>
        <p:nvPicPr>
          <p:cNvPr id="4" name="Picture Placeholder 3"/>
          <p:cNvPicPr>
            <a:picLocks noGrp="1" noChangeAspect="1"/>
          </p:cNvPicPr>
          <p:nvPr>
            <p:ph type="pic" idx="10"/>
          </p:nvPr>
        </p:nvPicPr>
        <p:blipFill>
          <a:blip r:embed="rId2"/>
          <a:stretch>
            <a:fillRect/>
          </a:stretch>
        </p:blipFill>
        <p:spPr>
          <a:xfrm>
            <a:off x="3745230" y="2954655"/>
            <a:ext cx="8171180" cy="17983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3308350" cy="6858000"/>
          </a:xfrm>
          <a:prstGeom prst="rect">
            <a:avLst/>
          </a:prstGeom>
          <a:solidFill>
            <a:srgbClr val="3DDC8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Open Sans" panose="020B0606030504020204" charset="0"/>
                <a:cs typeface="Open Sans" panose="020B0606030504020204" charset="0"/>
                <a:sym typeface="+mn-ea"/>
              </a:rPr>
              <a:t>Menggunakan SQLite</a:t>
            </a:r>
          </a:p>
        </p:txBody>
      </p:sp>
      <p:sp>
        <p:nvSpPr>
          <p:cNvPr id="7" name="Text Box 6"/>
          <p:cNvSpPr txBox="1"/>
          <p:nvPr/>
        </p:nvSpPr>
        <p:spPr>
          <a:xfrm>
            <a:off x="3788410" y="1517015"/>
            <a:ext cx="2735580" cy="368300"/>
          </a:xfrm>
          <a:prstGeom prst="rect">
            <a:avLst/>
          </a:prstGeom>
          <a:noFill/>
        </p:spPr>
        <p:txBody>
          <a:bodyPr wrap="none" rtlCol="0" anchor="t">
            <a:spAutoFit/>
          </a:bodyPr>
          <a:lstStyle/>
          <a:p>
            <a:pPr algn="l"/>
            <a:r>
              <a:rPr lang="en-US" b="1">
                <a:latin typeface="Open Sans" panose="020B0606030504020204" charset="0"/>
                <a:cs typeface="Open Sans" panose="020B0606030504020204" charset="0"/>
                <a:sym typeface="+mn-ea"/>
              </a:rPr>
              <a:t>Mengupdate database</a:t>
            </a:r>
          </a:p>
        </p:txBody>
      </p:sp>
      <p:pic>
        <p:nvPicPr>
          <p:cNvPr id="3" name="Picture Placeholder 2"/>
          <p:cNvPicPr>
            <a:picLocks noGrp="1" noChangeAspect="1"/>
          </p:cNvPicPr>
          <p:nvPr>
            <p:ph type="pic" idx="10"/>
          </p:nvPr>
        </p:nvPicPr>
        <p:blipFill>
          <a:blip r:embed="rId2"/>
          <a:stretch>
            <a:fillRect/>
          </a:stretch>
        </p:blipFill>
        <p:spPr>
          <a:xfrm>
            <a:off x="3872865" y="1996440"/>
            <a:ext cx="6054090" cy="390080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3" name="Text Box 2"/>
          <p:cNvSpPr txBox="1"/>
          <p:nvPr/>
        </p:nvSpPr>
        <p:spPr>
          <a:xfrm>
            <a:off x="0" y="2275840"/>
            <a:ext cx="12191365" cy="1938020"/>
          </a:xfrm>
          <a:prstGeom prst="rect">
            <a:avLst/>
          </a:prstGeom>
          <a:solidFill>
            <a:schemeClr val="bg1"/>
          </a:solidFill>
        </p:spPr>
        <p:txBody>
          <a:bodyPr wrap="square" rtlCol="0" anchor="t">
            <a:spAutoFit/>
          </a:bodyPr>
          <a:lstStyle/>
          <a:p>
            <a:pPr algn="ctr"/>
            <a:r>
              <a:rPr lang="en-US" sz="2400">
                <a:solidFill>
                  <a:srgbClr val="3DDC84"/>
                </a:solidFill>
                <a:latin typeface="Open Sans" panose="020B0606030504020204" charset="0"/>
                <a:cs typeface="Open Sans" panose="020B0606030504020204" charset="0"/>
              </a:rPr>
              <a:t>Pelajari lebih lanjut...</a:t>
            </a:r>
          </a:p>
          <a:p>
            <a:pPr algn="ctr"/>
            <a:endParaRPr lang="en-US" sz="2400">
              <a:solidFill>
                <a:srgbClr val="3DDC84"/>
              </a:solidFill>
              <a:latin typeface="Open Sans Semibold" panose="020B0706030804020204" charset="0"/>
              <a:cs typeface="Open Sans Semibold" panose="020B0706030804020204" charset="0"/>
            </a:endParaRPr>
          </a:p>
          <a:p>
            <a:pPr algn="ctr"/>
            <a:endParaRPr lang="en-US" sz="2400">
              <a:solidFill>
                <a:srgbClr val="3DDC84"/>
              </a:solidFill>
              <a:latin typeface="Open Sans Semibold" panose="020B0706030804020204" charset="0"/>
              <a:cs typeface="Open Sans Semibold" panose="020B0706030804020204" charset="0"/>
            </a:endParaRPr>
          </a:p>
          <a:p>
            <a:pPr algn="ctr"/>
            <a:endParaRPr lang="en-US" sz="2400">
              <a:solidFill>
                <a:srgbClr val="3DDC84"/>
              </a:solidFill>
              <a:latin typeface="Open Sans Semibold" panose="020B0706030804020204" charset="0"/>
              <a:cs typeface="Open Sans Semibold" panose="020B0706030804020204" charset="0"/>
            </a:endParaRPr>
          </a:p>
          <a:p>
            <a:pPr algn="ctr"/>
            <a:r>
              <a:rPr lang="en-US" sz="2400">
                <a:solidFill>
                  <a:srgbClr val="3DDC84"/>
                </a:solidFill>
                <a:latin typeface="Open Sans Semibold" panose="020B0706030804020204" charset="0"/>
                <a:cs typeface="Open Sans Semibold" panose="020B0706030804020204" charset="0"/>
              </a:rPr>
              <a:t>https://developer.android.com/guide</a:t>
            </a:r>
          </a:p>
        </p:txBody>
      </p:sp>
      <p:pic>
        <p:nvPicPr>
          <p:cNvPr id="5" name="Picture Placeholder 4" descr="chevron-down"/>
          <p:cNvPicPr>
            <a:picLocks noGrp="1" noChangeAspect="1"/>
          </p:cNvPicPr>
          <p:nvPr>
            <p:ph type="pic" idx="10"/>
          </p:nvPr>
        </p:nvPicPr>
        <p:blipFill>
          <a:blip r:embed="rId2">
            <a:extLst>
              <a:ext uri="{96DAC541-7B7A-43D3-8B79-37D633B846F1}">
                <asvg:svgBlip xmlns:asvg="http://schemas.microsoft.com/office/drawing/2016/SVG/main" r:embed="rId3"/>
              </a:ext>
            </a:extLst>
          </a:blip>
          <a:stretch>
            <a:fillRect/>
          </a:stretch>
        </p:blipFill>
        <p:spPr>
          <a:xfrm>
            <a:off x="5406390" y="2739390"/>
            <a:ext cx="1010920" cy="1010920"/>
          </a:xfrm>
          <a:prstGeom prst="rect">
            <a:avLst/>
          </a:prstGeom>
        </p:spPr>
      </p:pic>
      <p:pic>
        <p:nvPicPr>
          <p:cNvPr id="6" name="Picture Placeholder 4" descr="chevron-dow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06390" y="2923540"/>
            <a:ext cx="1010920" cy="10109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DDC84"/>
        </a:solidFill>
        <a:effectLst/>
      </p:bgPr>
    </p:bg>
    <p:spTree>
      <p:nvGrpSpPr>
        <p:cNvPr id="1" name=""/>
        <p:cNvGrpSpPr/>
        <p:nvPr/>
      </p:nvGrpSpPr>
      <p:grpSpPr>
        <a:xfrm>
          <a:off x="0" y="0"/>
          <a:ext cx="0" cy="0"/>
          <a:chOff x="0" y="0"/>
          <a:chExt cx="0" cy="0"/>
        </a:xfrm>
      </p:grpSpPr>
      <p:sp>
        <p:nvSpPr>
          <p:cNvPr id="26" name="文本框 25"/>
          <p:cNvSpPr txBox="1"/>
          <p:nvPr/>
        </p:nvSpPr>
        <p:spPr>
          <a:xfrm>
            <a:off x="2351881" y="3013650"/>
            <a:ext cx="7310438" cy="829945"/>
          </a:xfrm>
          <a:prstGeom prst="rect">
            <a:avLst/>
          </a:prstGeom>
          <a:noFill/>
        </p:spPr>
        <p:txBody>
          <a:bodyPr wrap="square" rtlCol="0">
            <a:spAutoFit/>
          </a:bodyPr>
          <a:lstStyle/>
          <a:p>
            <a:pPr algn="ctr"/>
            <a:r>
              <a:rPr lang="en-US" altLang="zh-CN" sz="4800" dirty="0">
                <a:solidFill>
                  <a:schemeClr val="bg1"/>
                </a:solidFill>
                <a:latin typeface="Segoe UI" panose="020B0502040204020203" charset="0"/>
                <a:cs typeface="Segoe UI" panose="020B0502040204020203" charset="0"/>
              </a:rPr>
              <a:t>Ada pertanyaan?</a:t>
            </a:r>
            <a:endParaRPr lang="en-US" altLang="zh-CN" sz="4800" b="1" dirty="0">
              <a:solidFill>
                <a:schemeClr val="bg1"/>
              </a:solidFill>
              <a:latin typeface="Segoe UI" panose="020B0502040204020203" charset="0"/>
              <a:cs typeface="Segoe UI" panose="020B0502040204020203" charset="0"/>
            </a:endParaRPr>
          </a:p>
        </p:txBody>
      </p:sp>
      <p:sp>
        <p:nvSpPr>
          <p:cNvPr id="27" name="矩形 26"/>
          <p:cNvSpPr/>
          <p:nvPr/>
        </p:nvSpPr>
        <p:spPr>
          <a:xfrm>
            <a:off x="3048000" y="5901129"/>
            <a:ext cx="6096000" cy="614045"/>
          </a:xfrm>
          <a:prstGeom prst="rect">
            <a:avLst/>
          </a:prstGeom>
        </p:spPr>
        <p:txBody>
          <a:bodyPr>
            <a:spAutoFit/>
          </a:bodyPr>
          <a:lstStyle/>
          <a:p>
            <a:pPr algn="ctr">
              <a:lnSpc>
                <a:spcPct val="100000"/>
              </a:lnSpc>
            </a:pPr>
            <a:r>
              <a:rPr lang="en-US" altLang="zh-CN" b="1" dirty="0">
                <a:solidFill>
                  <a:schemeClr val="bg1"/>
                </a:solidFill>
              </a:rPr>
              <a:t>Pemrograman Platform Khusus</a:t>
            </a:r>
            <a:endParaRPr lang="en-US" altLang="zh-CN" sz="1600" dirty="0">
              <a:solidFill>
                <a:schemeClr val="bg1"/>
              </a:solidFill>
            </a:endParaRPr>
          </a:p>
          <a:p>
            <a:pPr algn="ctr">
              <a:lnSpc>
                <a:spcPct val="100000"/>
              </a:lnSpc>
            </a:pPr>
            <a:r>
              <a:rPr lang="en-US" altLang="zh-CN" sz="1600" dirty="0">
                <a:solidFill>
                  <a:schemeClr val="bg1"/>
                </a:solidFill>
              </a:rPr>
              <a:t>Politeknik Statistika STIS, 2023</a:t>
            </a:r>
          </a:p>
        </p:txBody>
      </p:sp>
    </p:spTree>
  </p:cSld>
  <p:clrMapOvr>
    <a:masterClrMapping/>
  </p:clrMapOvr>
</p:sld>
</file>

<file path=ppt/theme/theme1.xml><?xml version="1.0" encoding="utf-8"?>
<a:theme xmlns:a="http://schemas.openxmlformats.org/drawingml/2006/main" name="Office Theme">
  <a:themeElements>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fontScheme name="国外模板制作字体">
      <a:majorFont>
        <a:latin typeface="Century Gothic"/>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ppt/theme/themeOverride2.xml><?xml version="1.0" encoding="utf-8"?>
<a:themeOverride xmlns:a="http://schemas.openxmlformats.org/drawingml/2006/main">
  <a:clrScheme name="4ot2hzvm">
    <a:dk1>
      <a:srgbClr val="000000"/>
    </a:dk1>
    <a:lt1>
      <a:srgbClr val="FFFFFF"/>
    </a:lt1>
    <a:dk2>
      <a:srgbClr val="778495"/>
    </a:dk2>
    <a:lt2>
      <a:srgbClr val="F0F0F0"/>
    </a:lt2>
    <a:accent1>
      <a:srgbClr val="3FAD86"/>
    </a:accent1>
    <a:accent2>
      <a:srgbClr val="90D8C0"/>
    </a:accent2>
    <a:accent3>
      <a:srgbClr val="646464"/>
    </a:accent3>
    <a:accent4>
      <a:srgbClr val="828282"/>
    </a:accent4>
    <a:accent5>
      <a:srgbClr val="A5A5A5"/>
    </a:accent5>
    <a:accent6>
      <a:srgbClr val="C9C9C9"/>
    </a:accent6>
    <a:hlink>
      <a:srgbClr val="3FAD86"/>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1029</Words>
  <Application>Microsoft Office PowerPoint</Application>
  <PresentationFormat>Widescreen</PresentationFormat>
  <Paragraphs>129</Paragraphs>
  <Slides>28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等线</vt:lpstr>
      <vt:lpstr>微软雅黑</vt:lpstr>
      <vt:lpstr>Arial</vt:lpstr>
      <vt:lpstr>Century Gothic</vt:lpstr>
      <vt:lpstr>Consolas</vt:lpstr>
      <vt:lpstr>Open Sans</vt:lpstr>
      <vt:lpstr>Open Sans Semibold</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Ibnusan</cp:lastModifiedBy>
  <cp:revision>577</cp:revision>
  <dcterms:created xsi:type="dcterms:W3CDTF">2022-08-19T06:51:00Z</dcterms:created>
  <dcterms:modified xsi:type="dcterms:W3CDTF">2023-12-05T01:10:48Z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2C77CF9D6C91433DB5B962A0CF5D0876</vt:lpwstr>
  </property>
  <property fmtid="{D5CDD505-2E9C-101B-9397-08002B2CF9AE}" pid="3" name="KSOProductBuildVer">
    <vt:lpwstr>1033-11.2.0.11417</vt:lpwstr>
  </property>
</Properties>
</file>